
<file path=[Content_Types].xml><?xml version="1.0" encoding="utf-8"?>
<Types xmlns="http://schemas.openxmlformats.org/package/2006/content-types">
  <Override PartName="/ppt/slideMasters/slideMaster3.xml" ContentType="application/vnd.openxmlformats-officedocument.presentationml.slideMaster+xml"/>
  <Override PartName="/ppt/slideLayouts/slideLayout39.xml" ContentType="application/vnd.openxmlformats-officedocument.presentationml.slideLayout+xml"/>
  <Override PartName="/ppt/theme/theme5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86.xml" ContentType="application/vnd.openxmlformats-officedocument.presentationml.slideLayout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slideLayouts/slideLayout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75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82.xml" ContentType="application/vnd.openxmlformats-officedocument.presentationml.slideLayout+xml"/>
  <Default Extension="xml" ContentType="application/xml"/>
  <Override PartName="/ppt/notesMasters/notesMaster1.xml" ContentType="application/vnd.openxmlformats-officedocument.presentationml.notesMaster+xml"/>
  <Override PartName="/ppt/slideLayouts/slideLayout1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1.xml" ContentType="application/vnd.openxmlformats-officedocument.presentationml.slideLayout+xml"/>
  <Override PartName="/ppt/tableStyles.xml" ContentType="application/vnd.openxmlformats-officedocument.presentationml.tableStyles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Masters/slideMaster8.xml" ContentType="application/vnd.openxmlformats-officedocument.presentationml.slideMaster+xml"/>
  <Override PartName="/ppt/slideMasters/slideMaster6.xml" ContentType="application/vnd.openxmlformats-officedocument.presentationml.slideMaster+xml"/>
  <Override PartName="/ppt/theme/theme8.xml" ContentType="application/vnd.openxmlformats-officedocument.theme+xml"/>
  <Override PartName="/ppt/slideMasters/slideMaster4.xml" ContentType="application/vnd.openxmlformats-officedocument.presentationml.slide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theme/theme6.xml" ContentType="application/vnd.openxmlformats-officedocument.theme+xml"/>
  <Override PartName="/ppt/slideLayouts/slideLayout69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7.xml" ContentType="application/vnd.openxmlformats-officedocument.presentationml.slideLayout+xml"/>
  <Override PartName="/ppt/notesSlides/notesSlide5.xml" ContentType="application/vnd.openxmlformats-officedocument.presentationml.notesSlide+xml"/>
  <Override PartName="/ppt/slideMasters/slideMaster2.xml" ContentType="application/vnd.openxmlformats-officedocument.presentationml.slideMaster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4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85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1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70.xml" ContentType="application/vnd.openxmlformats-officedocument.presentationml.slideLayout+xml"/>
  <Override PartName="/docProps/app.xml" ContentType="application/vnd.openxmlformats-officedocument.extended-properties+xml"/>
  <Override PartName="/ppt/slideLayouts/slideLayout1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7.xml" ContentType="application/vnd.openxmlformats-officedocument.presentationml.slideMaster+xml"/>
  <Override PartName="/ppt/theme/theme9.xml" ContentType="application/vnd.openxmlformats-officedocument.theme+xml"/>
  <Override PartName="/ppt/notesSlides/notesSlide6.xml" ContentType="application/vnd.openxmlformats-officedocument.presentationml.notesSlide+xml"/>
  <Override PartName="/ppt/slideMasters/slideMaster5.xml" ContentType="application/vnd.openxmlformats-officedocument.presentationml.slideMaster+xml"/>
  <Override PartName="/ppt/slideLayouts/slideLayout59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7.xml" ContentType="application/vnd.openxmlformats-officedocument.theme+xml"/>
  <Override PartName="/ppt/slideLayouts/slideLayout79.xml" ContentType="application/vnd.openxmlformats-officedocument.presentationml.slideLayout+xml"/>
  <Override PartName="/ppt/slideLayouts/slideLayout88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1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73.xml" ContentType="application/vnd.openxmlformats-officedocument.presentationml.slideLayout+xml"/>
  <Default Extension="rels" ContentType="application/vnd.openxmlformats-package.relationships+xml"/>
  <Override PartName="/ppt/slideLayouts/slideLayout2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84" r:id="rId2"/>
    <p:sldMasterId id="2147483696" r:id="rId3"/>
    <p:sldMasterId id="2147483708" r:id="rId4"/>
    <p:sldMasterId id="2147483720" r:id="rId5"/>
    <p:sldMasterId id="2147483732" r:id="rId6"/>
    <p:sldMasterId id="2147483744" r:id="rId7"/>
    <p:sldMasterId id="2147483756" r:id="rId8"/>
  </p:sldMasterIdLst>
  <p:notesMasterIdLst>
    <p:notesMasterId r:id="rId15"/>
  </p:notesMasterIdLst>
  <p:sldIdLst>
    <p:sldId id="256" r:id="rId9"/>
    <p:sldId id="257" r:id="rId10"/>
    <p:sldId id="263" r:id="rId11"/>
    <p:sldId id="262" r:id="rId12"/>
    <p:sldId id="264" r:id="rId13"/>
    <p:sldId id="261" r:id="rId14"/>
  </p:sldIdLst>
  <p:sldSz cx="9144000" cy="6858000" type="screen4x3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831" autoAdjust="0"/>
  </p:normalViewPr>
  <p:slideViewPr>
    <p:cSldViewPr snapToGrid="0" snapToObjects="1">
      <p:cViewPr varScale="1">
        <p:scale>
          <a:sx n="71" d="100"/>
          <a:sy n="71" d="100"/>
        </p:scale>
        <p:origin x="-1338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5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4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5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2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1.xml"/><Relationship Id="rId14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16BCD9-542D-4D3D-9E0B-2DE32A6AFECE}" type="datetimeFigureOut">
              <a:rPr lang="pt-BR" smtClean="0"/>
              <a:pPr/>
              <a:t>01/10/2018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2C67E6-04BB-4F3B-B665-88792C775AC8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3984565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24416090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1318969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38544957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2828367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27652881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2C67E6-04BB-4F3B-B665-88792C775AC8}" type="slidenum">
              <a:rPr lang="pt-BR" smtClean="0"/>
              <a:pPr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xmlns="" val="912429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CA32261-4AFF-497E-B155-6C6E9DCF7A6C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4F6D0AE-B62F-4562-864E-9CA0815C0B7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B9D51D-D802-4BA0-AE6C-D5DC8CEE2166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A97E165-42AF-4491-86B6-AC4C57EF785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8D31DE-D0C5-4A19-BD7B-648CF2D163F7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A89F4DF-19FE-489B-A125-BE3D4481F3E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F18C9E-EF26-4F44-9084-74D331A78898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DB5BD61-55B6-4A8B-8ABA-072EF51C1F4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1184AC-7E7E-493C-A67B-D871A674188A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8FCB8-A8EF-4436-AE92-6BF403559EB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AEAF8D-4C76-48A6-8660-DF9A69293593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02C71D1-F970-460C-919A-55C5FE2918C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6DDD670-8BCC-46BF-87D4-FD56990744C2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69BDF5C-A250-4314-A138-4F9DD517AEA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1A094-3227-4454-B0E7-7519C790761A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25E9F6-63C8-4C30-AD21-40BB1A83FDF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E25FCD-F12E-49A2-A4F8-F5666410BA42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EAF6184-1A33-4817-A9D2-F4F81BB1A763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6DE057-4BB3-4405-985E-564A33401E5A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B43D297-8A0E-44A7-A2D4-AC4000360E9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FBA016-87F8-497A-9FF9-70A7795FD1F5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0BBDD97-BD0B-4C4F-8878-68DB4B7BE781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A974A2-3455-4C6B-8ED2-6B3BA84D6D09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38165EC-B64C-4E6C-BF96-B51B2D9BCD0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A912B4-8393-4076-81DC-A553B9B43405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BD434DC-EC6F-42CC-A0B5-72DEAA999C5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578722-C136-45FA-A53A-51155A482277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920E86B-D71E-423D-AEDA-4C6205389EA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40080D-1C46-4920-B582-B0DEA861C9BB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A566711-F6B7-42E1-B7C6-E7020CDDCE3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911E7F-81D4-4530-8DD5-94BCD4DFB7C5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D6A4AEB-FB8E-4DB5-9128-70A484DF86D7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5A7D5E-06DA-4499-A0E7-21AB84DBEF1F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3F83E1F-0C3B-4741-9C32-D22D148FF8C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53C0F9-5BFB-4306-BAF7-58CE958FA770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B47FA8F-5815-44B0-87F4-99502CCEF83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C24EDEE-D927-4B5A-943C-FC7F8E4B6C7A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41B3A9B-E71A-44C0-8E96-BF7631753C4A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EBCE53-5207-4771-A8F1-07FCA6B0DAF1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6B6C94A-ABD9-44E9-817C-7CDCF377A9B1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DFCE5-59DE-4EAB-A282-E1F9824A0DDB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BA9EFA9-1147-4C43-9D68-6BD750C652F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CEC339-4DFE-4F0A-AAC0-03BDEE354A4E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E8BDF3E-9825-451B-A9C3-A0B67399CB83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1DD7C-DAD2-44D1-9B0B-C4BCC77CB8C9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E34FF50-DDCB-4771-A8F3-61C243AB423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1CA9CA5-2609-4CFD-B356-74DC95D18790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27B865-B77B-4146-AD67-EE847DD2426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EE6D7E-1FCD-4EAF-9240-A0400BEAFAB6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688A17D-ABD1-4AA0-AE2E-45A37074014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81A616-8B9A-470D-B61E-FD50524A1849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29C1A22-4597-4E55-8A34-362320E09EE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3AC775-53C8-4854-9AFD-A56410D6C55E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33FEA8A-8614-4ED6-BF51-610441E86DB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B613C0-E9C3-49F8-9AF5-178E28F22373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68F7ADF-4F4F-447A-A18C-9325BE61088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00C849F-14AD-4760-9F2F-321D1CFAC8E8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2C44C87-B462-4FD1-91DA-C138B0AB0B0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B88429-EE72-464C-8442-6F8C3228B243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2D7F4BF-9076-40B1-A2CC-EF78E9F4785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9616340-A651-4C16-A49A-B86226FFD653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BDD0293-BBF3-4EAC-98E8-46D5412F6B2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83EE24-45AF-493B-97FE-2893AC27F397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C1F4837-48E8-44FC-88E6-AAC23C287DC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EFBF88-3A73-421C-99F7-FF5359DF3DF5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5A0AB67-D529-4D50-BF61-953911C6405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4A933AE-8682-4AA2-808A-F0127040180A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946F641-EF6B-471B-BF75-462AACC7718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D75E95-881A-402E-B42E-EC1B1E34595D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13FD404-BB36-48BC-A355-7811650FE6E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48EC1C-A851-4863-8E3D-73372242BFBC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0EB79A-6168-4911-B81C-25DFBA5FE20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FB02E6-B051-413D-8EE1-BC0212979542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C4403F-0FCA-4C37-A924-E529F0BCAA0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12624E-30F6-4980-B82B-BA4697BDC1DF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A316F6F-5EA5-405E-AAE1-4F31F2AAEDC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F198F6-69C5-4004-95BC-9AA12639C136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5442131-AE4D-4CAE-972D-ECE56FDA4D9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73CD21-6F24-40B5-8206-9E195269D687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F282FB8-9CCF-4D57-AF9E-085C19C94DA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A00FA6-B79E-447A-9194-EDB34F4C9D3B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A4B3026-8B4D-4F13-AB94-C5486C5EF95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FD1F1A-57F7-4EE0-96E4-0CD8490689E0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425BA2C-85E4-46F9-A988-216356D48A6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8DB8B8-FF8A-44BF-9461-AB189F8CFDEA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8A6725F-5936-4CBE-B7C8-A19254563C2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76AA67-A05B-419A-91B3-6188B986E20B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292F94C-3AEE-458E-AECA-11C6E8CA1E7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0FBE04-F2FD-4EB2-9459-8BA03804C147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1E9E6F-9275-46A3-BE04-1F61E741DDC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5B2CF6-90E9-4C0A-89FE-A803807506CA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2C88C8-D83C-4B65-BF28-AB10A8A57F5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D04208-B13B-4926-81C7-5CEE3016030B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6E7C7B-748E-4A18-8A81-65D98F9F275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5CA17D-18E7-4C69-ADD6-E85401AB707C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EF66C7E-2170-4267-BE92-73A4D0751B4A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0F15D49-212F-4869-990A-F301E0072E3D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30530CB-9C5A-45A4-9DFB-C101E03A28AA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710C4E-4835-4785-8696-0341183C4C79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535126B-643F-40CB-9048-6B37D748B68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587456-DA91-4370-990B-B5BF3AC6F487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4ADC83F-0AAF-4514-ADBC-64076EEF6DBD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80B6D4-7277-48E4-BAA2-616FE83C3396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0812387-0A57-438C-ACD6-048566C133A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62E733-C11E-4638-8AFA-73A2DF9E167D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BFB4E6E-FC79-44EA-9CD9-C6571696A85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BF802A-1A44-4D46-B3F3-4F1341D7FFD6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69F0191-06BF-4A1E-8986-F1FCFC8D41B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281134-5A38-45BC-9B44-5E45CBA77643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2DC70A4-37C6-4116-A676-7E815A3154A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3A7FFE-B228-4E9A-8550-F49F365BC281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D87B173-78BD-4DFA-B7FA-8A5607EBB965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12AECB-CD03-4BE4-8104-CE1BC526908A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5FD5D97-9981-4F5B-86C6-70C6DBAAC48D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4961E8-D0CD-43FD-9DEC-525C68E47C22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3FBE703-7C63-4BF0-90E3-94A0881A35C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F1C2BB-B424-4EDF-9B3F-42D9C5E21F5A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6B75164-6920-4982-BEED-D14FC95616F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CFA5EB-4A65-4747-B92E-E44F43A61E75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F440C71-4785-4BE8-9085-6D11F600A135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485464-8D06-43CE-80EC-150EB01524E2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1A6956E-58B5-45D3-9464-EF0E0D347AB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70ABA5-991D-4F75-885D-CA88569183EC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73CCF36-456D-4FF7-8F0C-F0F1CC8CBEC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AE460E-0AE4-4ECB-B107-106D4BE57A96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762634-20B3-43E1-9468-69035A38E33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C1DF7B-3CCB-4192-86CC-310BEDF7EA5A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95C197-5FC3-48C3-9114-80D48EB11CB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E06FE82-3746-464C-83FD-8D216F3EAD1B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646AD57-B64E-427B-B8B6-6B9339E1CBE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F18A907-1F74-48C1-B8F0-7763F2510487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F82C65E-2B64-4641-927B-18EB2D91BC2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5C1906-0A3F-4574-A0AE-74704AC3EF28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4123850-4F48-4FC8-9DAA-C23331DCCAE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DD5523-BD56-4EBB-ABA2-77C4DBA5D8BA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B4A6642-5427-4529-B059-72211D9F3FE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3B6F3E-499F-4C95-BE5E-9830ACC6D9A7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BA08742-AAB2-473E-AA30-A6CCA81AFB5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CA374FC-0761-4FE8-A3DF-10BEBC907491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A8CDE0D-EB53-45B3-AD01-75A201D745E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47ED3C-E6FC-48B5-A7B7-61802E2CF036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19F5457-89B4-4497-A55E-F0B873B8AB3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800CBD-6C33-42F3-844B-D99CFE25759D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A04A4EA-C137-4F05-93E5-EDA128C1BF41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E1B9B1-8FEE-4723-AD86-24F63E4CA475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B2A7A63-E273-4900-853F-647FEF6927E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A04ADC-C368-493A-ABDA-BCE10AC07F7F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3FCB7A4-B1E5-4747-A4E2-1B5A399D07F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C0408C-9A08-46F8-BBF6-3D50605A987D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64605D5-AB02-4C50-8B6B-C6F2E21E770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F53126-6FD8-4E42-815B-4BCACC1462A1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A5FA178-41A9-49F5-8108-8487D660FBAC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425BB-DEFE-44CA-8B68-08BB61A4D0D3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FD893DF-4BAC-47D4-BFEF-BA8BBC177AF9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26868B-2A87-40C3-BCDF-D9989FFBF11D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CE18EDE-6C77-45D8-ABD1-91457A975A5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A72FFD5-F0F3-4511-9C39-CC1720D7215E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963F26-D7BE-4BB0-9160-D6117252E5C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A016B6-C969-447E-BAB4-F72CB420B1AA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016D2CA-85B8-47D9-BE37-3D1D989290F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5EA03D-DEE6-48BD-BB94-9BCACFEA871E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84E731B-0A2A-4326-BE0E-BF73B19EAAD6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D44686-744E-4DA4-BDCE-5A83B2F89ECA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74BBF4C-8EC4-424B-A68D-B5ECA7668E7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667581-9346-48C5-B4E2-B7139427855D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CAF8551-10CA-43EA-83D5-277C08317D1A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9891F8-F684-4472-AA42-EA062CC46526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A4F466D-98D5-44C4-A8E8-51A189EDE412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AF6C7C-B8B0-4579-901A-7207839A0457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C34E24A-08E3-4E4B-9764-7B13503A8D7F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16F261-757E-4F28-B477-7A4809FE6079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6282D9B-CEA4-4977-8879-B85A46188898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EA039B-F10C-4A73-A0B2-4687DCC1A36B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3501A3C-6D7A-4BC8-B055-D249C775AE25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D59432-F129-4204-A997-E01FD8569551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09DC68F-D69E-4880-951F-8DB841401054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3" Type="http://schemas.openxmlformats.org/officeDocument/2006/relationships/slideLayout" Target="../slideLayouts/slideLayout58.xml"/><Relationship Id="rId7" Type="http://schemas.openxmlformats.org/officeDocument/2006/relationships/slideLayout" Target="../slideLayouts/slideLayout62.xml"/><Relationship Id="rId12" Type="http://schemas.openxmlformats.org/officeDocument/2006/relationships/theme" Target="../theme/theme6.xml"/><Relationship Id="rId2" Type="http://schemas.openxmlformats.org/officeDocument/2006/relationships/slideLayout" Target="../slideLayouts/slideLayout57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4.xml"/><Relationship Id="rId3" Type="http://schemas.openxmlformats.org/officeDocument/2006/relationships/slideLayout" Target="../slideLayouts/slideLayout69.xml"/><Relationship Id="rId7" Type="http://schemas.openxmlformats.org/officeDocument/2006/relationships/slideLayout" Target="../slideLayouts/slideLayout73.xml"/><Relationship Id="rId12" Type="http://schemas.openxmlformats.org/officeDocument/2006/relationships/theme" Target="../theme/theme7.xml"/><Relationship Id="rId2" Type="http://schemas.openxmlformats.org/officeDocument/2006/relationships/slideLayout" Target="../slideLayouts/slideLayout68.xml"/><Relationship Id="rId1" Type="http://schemas.openxmlformats.org/officeDocument/2006/relationships/slideLayout" Target="../slideLayouts/slideLayout67.xml"/><Relationship Id="rId6" Type="http://schemas.openxmlformats.org/officeDocument/2006/relationships/slideLayout" Target="../slideLayouts/slideLayout72.xml"/><Relationship Id="rId11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76.xml"/><Relationship Id="rId4" Type="http://schemas.openxmlformats.org/officeDocument/2006/relationships/slideLayout" Target="../slideLayouts/slideLayout70.xml"/><Relationship Id="rId9" Type="http://schemas.openxmlformats.org/officeDocument/2006/relationships/slideLayout" Target="../slideLayouts/slideLayout75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4.xml"/><Relationship Id="rId12" Type="http://schemas.openxmlformats.org/officeDocument/2006/relationships/theme" Target="../theme/theme8.xml"/><Relationship Id="rId2" Type="http://schemas.openxmlformats.org/officeDocument/2006/relationships/slideLayout" Target="../slideLayouts/slideLayout79.xml"/><Relationship Id="rId1" Type="http://schemas.openxmlformats.org/officeDocument/2006/relationships/slideLayout" Target="../slideLayouts/slideLayout78.xml"/><Relationship Id="rId6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1.xml"/><Relationship Id="rId9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9FE70391-FB5A-458C-AA54-59646335C518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44BC2ECB-7E5A-43C8-91F7-010B341E7603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20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C05AA46D-A260-4663-865F-3EE9F1804436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A7F10DA1-D514-4257-AEDA-37B09CE18421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896DCE45-F4CC-4007-ABC7-1C1BDF33546B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29B457A5-4552-4DF7-A96C-BD497359391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409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E3867D8B-8607-472E-B046-1F7E57B8D79C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2B55EB5E-B717-453F-A2AF-76EA99139A8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2" r:id="rId3"/>
    <p:sldLayoutId id="2147483793" r:id="rId4"/>
    <p:sldLayoutId id="2147483794" r:id="rId5"/>
    <p:sldLayoutId id="2147483795" r:id="rId6"/>
    <p:sldLayoutId id="2147483796" r:id="rId7"/>
    <p:sldLayoutId id="2147483797" r:id="rId8"/>
    <p:sldLayoutId id="2147483798" r:id="rId9"/>
    <p:sldLayoutId id="2147483799" r:id="rId10"/>
    <p:sldLayoutId id="2147483800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512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6C2F796C-17F2-4439-BDB5-DAC5C48C335C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0DA9C13A-7972-435E-BFA5-6753927FD877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1" r:id="rId1"/>
    <p:sldLayoutId id="2147483802" r:id="rId2"/>
    <p:sldLayoutId id="2147483803" r:id="rId3"/>
    <p:sldLayoutId id="2147483804" r:id="rId4"/>
    <p:sldLayoutId id="2147483805" r:id="rId5"/>
    <p:sldLayoutId id="2147483806" r:id="rId6"/>
    <p:sldLayoutId id="2147483807" r:id="rId7"/>
    <p:sldLayoutId id="2147483808" r:id="rId8"/>
    <p:sldLayoutId id="2147483809" r:id="rId9"/>
    <p:sldLayoutId id="2147483810" r:id="rId10"/>
    <p:sldLayoutId id="2147483811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61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04982647-AAB7-4506-BB3C-1AACAB655B52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A036547D-A697-4EC1-BDB5-6005D3B4CBCD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2" r:id="rId1"/>
    <p:sldLayoutId id="2147483813" r:id="rId2"/>
    <p:sldLayoutId id="2147483814" r:id="rId3"/>
    <p:sldLayoutId id="2147483815" r:id="rId4"/>
    <p:sldLayoutId id="2147483816" r:id="rId5"/>
    <p:sldLayoutId id="2147483817" r:id="rId6"/>
    <p:sldLayoutId id="2147483818" r:id="rId7"/>
    <p:sldLayoutId id="2147483819" r:id="rId8"/>
    <p:sldLayoutId id="2147483820" r:id="rId9"/>
    <p:sldLayoutId id="2147483821" r:id="rId10"/>
    <p:sldLayoutId id="2147483822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717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99349967-435C-4177-89FC-1367CEDDB45C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8DCCAEEA-3C81-44D9-9567-ADCBD565AE5E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3" r:id="rId1"/>
    <p:sldLayoutId id="2147483824" r:id="rId2"/>
    <p:sldLayoutId id="2147483825" r:id="rId3"/>
    <p:sldLayoutId id="2147483826" r:id="rId4"/>
    <p:sldLayoutId id="2147483827" r:id="rId5"/>
    <p:sldLayoutId id="2147483828" r:id="rId6"/>
    <p:sldLayoutId id="2147483829" r:id="rId7"/>
    <p:sldLayoutId id="2147483830" r:id="rId8"/>
    <p:sldLayoutId id="2147483831" r:id="rId9"/>
    <p:sldLayoutId id="2147483832" r:id="rId10"/>
    <p:sldLayoutId id="2147483833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title style</a:t>
            </a:r>
            <a:endParaRPr lang="en-US" altLang="pt-BR"/>
          </a:p>
        </p:txBody>
      </p:sp>
      <p:sp>
        <p:nvSpPr>
          <p:cNvPr id="81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Click to edit Master text styles</a:t>
            </a:r>
          </a:p>
          <a:p>
            <a:pPr lvl="1"/>
            <a:r>
              <a:rPr lang="pt-BR" altLang="pt-BR"/>
              <a:t>Second level</a:t>
            </a:r>
          </a:p>
          <a:p>
            <a:pPr lvl="2"/>
            <a:r>
              <a:rPr lang="pt-BR" altLang="pt-BR"/>
              <a:t>Third level</a:t>
            </a:r>
          </a:p>
          <a:p>
            <a:pPr lvl="3"/>
            <a:r>
              <a:rPr lang="pt-BR" altLang="pt-BR"/>
              <a:t>Fourth level</a:t>
            </a:r>
          </a:p>
          <a:p>
            <a:pPr lvl="4"/>
            <a:r>
              <a:rPr lang="pt-BR" altLang="pt-BR"/>
              <a:t>Fifth level</a:t>
            </a:r>
            <a:endParaRPr lang="en-US" alt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554E9B69-25D4-4A48-8440-D19DB38EED41}" type="datetimeFigureOut">
              <a:rPr lang="en-US"/>
              <a:pPr>
                <a:defRPr/>
              </a:pPr>
              <a:t>10/1/2018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DEA1F41C-6D64-47AA-AA54-682507B8D690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medium.com/@balramchavan/using-async-await-feature-in-angular-587dd56fdc77" TargetMode="External"/><Relationship Id="rId3" Type="http://schemas.openxmlformats.org/officeDocument/2006/relationships/image" Target="../media/image1.jpeg"/><Relationship Id="rId7" Type="http://schemas.openxmlformats.org/officeDocument/2006/relationships/hyperlink" Target="https://medium.com/tableless/entendendo-rxjs-observable-com-angular-6f607a9a6a00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Relationship Id="rId6" Type="http://schemas.openxmlformats.org/officeDocument/2006/relationships/hyperlink" Target="http://reactivex.io/" TargetMode="External"/><Relationship Id="rId5" Type="http://schemas.openxmlformats.org/officeDocument/2006/relationships/hyperlink" Target="https://angular.io/guide/observables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-2939" y="0"/>
            <a:ext cx="9144000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555843" y="2715905"/>
            <a:ext cx="6373094" cy="2043109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197290" y="404591"/>
            <a:ext cx="6537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smtClean="0">
                <a:solidFill>
                  <a:schemeClr val="bg1"/>
                </a:solidFill>
              </a:rPr>
              <a:t>PIC ANGULAR 6</a:t>
            </a:r>
            <a:endParaRPr lang="pt-BR" sz="3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09" y="0"/>
            <a:ext cx="9144000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92825" y="255186"/>
            <a:ext cx="6537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err="1" smtClean="0">
                <a:solidFill>
                  <a:schemeClr val="bg1"/>
                </a:solidFill>
              </a:rPr>
              <a:t>Observable</a:t>
            </a:r>
            <a:endParaRPr lang="pt-BR" sz="3600" b="1" dirty="0">
              <a:solidFill>
                <a:schemeClr val="bg1"/>
              </a:solidFill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98475" y="2001335"/>
            <a:ext cx="904552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800" b="1" dirty="0" err="1" smtClean="0"/>
              <a:t>Observable</a:t>
            </a:r>
            <a:r>
              <a:rPr lang="pt-BR" sz="2800" dirty="0" smtClean="0"/>
              <a:t> - Por </a:t>
            </a:r>
            <a:r>
              <a:rPr lang="pt-BR" sz="2800" dirty="0"/>
              <a:t>definição é uma coleção que funciona de forma unidirecional, ou seja, ele emite notificações sempre que ocorre uma mudança em um de seus itens e a partir disso podemos executar uma </a:t>
            </a:r>
            <a:r>
              <a:rPr lang="pt-BR" sz="2800" dirty="0" smtClean="0"/>
              <a:t>ação.</a:t>
            </a:r>
            <a:endParaRPr lang="pt-BR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800" dirty="0" smtClean="0"/>
          </a:p>
          <a:p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xmlns="" val="2980370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09" y="0"/>
            <a:ext cx="9144000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92825" y="255186"/>
            <a:ext cx="6537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err="1" smtClean="0">
                <a:solidFill>
                  <a:schemeClr val="bg1"/>
                </a:solidFill>
              </a:rPr>
              <a:t>Subject</a:t>
            </a:r>
            <a:endParaRPr lang="pt-BR" sz="3600" b="1" dirty="0">
              <a:solidFill>
                <a:schemeClr val="bg1"/>
              </a:solidFill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10709" y="2001335"/>
            <a:ext cx="904552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800" b="1" dirty="0" err="1" smtClean="0"/>
              <a:t>Subject</a:t>
            </a:r>
            <a:r>
              <a:rPr lang="pt-BR" sz="2800" b="1" dirty="0" smtClean="0"/>
              <a:t>- </a:t>
            </a:r>
            <a:r>
              <a:rPr lang="pt-BR" sz="2800" dirty="0" smtClean="0"/>
              <a:t>É </a:t>
            </a:r>
            <a:r>
              <a:rPr lang="pt-BR" sz="2800" dirty="0"/>
              <a:t>um tipo de ponte ou proxy que está disponível em algumas implementações do </a:t>
            </a:r>
            <a:r>
              <a:rPr lang="pt-BR" sz="2800" dirty="0" err="1"/>
              <a:t>ReactiveX</a:t>
            </a:r>
            <a:r>
              <a:rPr lang="pt-BR" sz="2800" dirty="0"/>
              <a:t> que atua como um observador e como um Observável. Por ser um observador, ele pode se inscrever em um ou mais Observáveis ​​e, por ser um Observável, pode passar pelos itens observados ao </a:t>
            </a:r>
            <a:r>
              <a:rPr lang="pt-BR" sz="2800" dirty="0" err="1"/>
              <a:t>reemitê-los</a:t>
            </a:r>
            <a:r>
              <a:rPr lang="pt-BR" sz="2800" dirty="0"/>
              <a:t> e também pode emitir novos itens.</a:t>
            </a:r>
            <a:endParaRPr lang="pt-BR" sz="2800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800" dirty="0" smtClean="0"/>
          </a:p>
          <a:p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xmlns="" val="1904919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09" y="0"/>
            <a:ext cx="9144000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92825" y="255186"/>
            <a:ext cx="6537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smtClean="0">
                <a:solidFill>
                  <a:schemeClr val="bg1"/>
                </a:solidFill>
              </a:rPr>
              <a:t>Operadores</a:t>
            </a:r>
            <a:endParaRPr lang="pt-BR" sz="3600" b="1" dirty="0">
              <a:solidFill>
                <a:schemeClr val="bg1"/>
              </a:solidFill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98475" y="2001335"/>
            <a:ext cx="9045525" cy="55245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800" b="1" dirty="0" err="1" smtClean="0"/>
              <a:t>Subscribe</a:t>
            </a:r>
            <a:r>
              <a:rPr lang="pt-BR" sz="2800" b="1" dirty="0"/>
              <a:t> </a:t>
            </a:r>
            <a:r>
              <a:rPr lang="pt-BR" sz="2800" b="1" dirty="0" smtClean="0"/>
              <a:t>- </a:t>
            </a:r>
            <a:r>
              <a:rPr lang="pt-BR" sz="2800" dirty="0" smtClean="0"/>
              <a:t>É </a:t>
            </a:r>
            <a:r>
              <a:rPr lang="pt-BR" sz="2800" dirty="0"/>
              <a:t>o equivalente ao </a:t>
            </a:r>
            <a:r>
              <a:rPr lang="pt-BR" sz="2800" i="1" dirty="0" err="1" smtClean="0"/>
              <a:t>then</a:t>
            </a:r>
            <a:r>
              <a:rPr lang="pt-BR" sz="2800" i="1" dirty="0" smtClean="0"/>
              <a:t> </a:t>
            </a:r>
            <a:r>
              <a:rPr lang="pt-BR" sz="2800" dirty="0" smtClean="0"/>
              <a:t>de </a:t>
            </a:r>
            <a:r>
              <a:rPr lang="pt-BR" sz="2800" dirty="0"/>
              <a:t>uma </a:t>
            </a:r>
            <a:r>
              <a:rPr lang="pt-BR" sz="2800" i="1" dirty="0" err="1" smtClean="0"/>
              <a:t>promise</a:t>
            </a:r>
            <a:r>
              <a:rPr lang="pt-BR" sz="2800" i="1" dirty="0" smtClean="0"/>
              <a:t>,</a:t>
            </a:r>
            <a:r>
              <a:rPr lang="pt-BR" sz="2800" dirty="0" smtClean="0"/>
              <a:t> e é utilizado para se inscrever um uma chamada assíncrona e aguardar seu retorno.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800" dirty="0"/>
          </a:p>
          <a:p>
            <a:r>
              <a:rPr lang="pt-BR" sz="2300" dirty="0" err="1"/>
              <a:t>public</a:t>
            </a:r>
            <a:r>
              <a:rPr lang="pt-BR" sz="2300" dirty="0"/>
              <a:t> pesquisar(): </a:t>
            </a:r>
            <a:r>
              <a:rPr lang="pt-BR" sz="2300" dirty="0" err="1"/>
              <a:t>void</a:t>
            </a:r>
            <a:r>
              <a:rPr lang="pt-BR" sz="2300" dirty="0"/>
              <a:t> {</a:t>
            </a:r>
          </a:p>
          <a:p>
            <a:r>
              <a:rPr lang="pt-BR" sz="2200" dirty="0" smtClean="0"/>
              <a:t>  </a:t>
            </a:r>
            <a:r>
              <a:rPr lang="pt-BR" sz="2200" dirty="0" err="1" smtClean="0"/>
              <a:t>this.filtro</a:t>
            </a:r>
            <a:r>
              <a:rPr lang="pt-BR" sz="2200" dirty="0" smtClean="0"/>
              <a:t> </a:t>
            </a:r>
            <a:r>
              <a:rPr lang="pt-BR" sz="2200" dirty="0"/>
              <a:t>= </a:t>
            </a:r>
            <a:r>
              <a:rPr lang="pt-BR" sz="2200" dirty="0" err="1" smtClean="0"/>
              <a:t>JSON.parse</a:t>
            </a:r>
            <a:r>
              <a:rPr lang="pt-BR" sz="2200" dirty="0" smtClean="0"/>
              <a:t>(</a:t>
            </a:r>
            <a:r>
              <a:rPr lang="pt-BR" sz="2200" dirty="0" err="1" smtClean="0"/>
              <a:t>JSON.stringify</a:t>
            </a:r>
            <a:r>
              <a:rPr lang="pt-BR" sz="2200" dirty="0" smtClean="0"/>
              <a:t>(</a:t>
            </a:r>
            <a:r>
              <a:rPr lang="pt-BR" sz="2200" dirty="0" err="1" smtClean="0"/>
              <a:t>this.formulario.value</a:t>
            </a:r>
            <a:r>
              <a:rPr lang="pt-BR" sz="2200" dirty="0"/>
              <a:t>));</a:t>
            </a:r>
          </a:p>
          <a:p>
            <a:r>
              <a:rPr lang="pt-BR" sz="2200" dirty="0"/>
              <a:t> </a:t>
            </a:r>
            <a:r>
              <a:rPr lang="pt-BR" sz="2200" dirty="0" smtClean="0"/>
              <a:t> </a:t>
            </a:r>
            <a:r>
              <a:rPr lang="pt-BR" sz="2200" dirty="0" err="1" smtClean="0"/>
              <a:t>this.anuncioService.findByFiltros</a:t>
            </a:r>
            <a:r>
              <a:rPr lang="pt-BR" sz="2200" dirty="0" smtClean="0"/>
              <a:t>(</a:t>
            </a:r>
            <a:r>
              <a:rPr lang="pt-BR" sz="2200" dirty="0" err="1" smtClean="0"/>
              <a:t>this.filtro</a:t>
            </a:r>
            <a:r>
              <a:rPr lang="pt-BR" sz="2200" dirty="0"/>
              <a:t>).</a:t>
            </a:r>
            <a:r>
              <a:rPr lang="pt-BR" sz="2200" b="1" dirty="0" err="1"/>
              <a:t>subscribe</a:t>
            </a:r>
            <a:r>
              <a:rPr lang="pt-BR" sz="2200" dirty="0"/>
              <a:t>(</a:t>
            </a:r>
            <a:r>
              <a:rPr lang="pt-BR" sz="2200" dirty="0">
                <a:solidFill>
                  <a:srgbClr val="FF0000"/>
                </a:solidFill>
              </a:rPr>
              <a:t>resultado</a:t>
            </a:r>
            <a:r>
              <a:rPr lang="pt-BR" sz="2200" dirty="0"/>
              <a:t> =&gt; {</a:t>
            </a:r>
          </a:p>
          <a:p>
            <a:r>
              <a:rPr lang="pt-BR" sz="2200" dirty="0" smtClean="0"/>
              <a:t>		</a:t>
            </a:r>
            <a:r>
              <a:rPr lang="pt-BR" sz="2200" dirty="0" err="1" smtClean="0"/>
              <a:t>this.anuncios</a:t>
            </a:r>
            <a:r>
              <a:rPr lang="pt-BR" sz="2200" dirty="0" smtClean="0"/>
              <a:t> </a:t>
            </a:r>
            <a:r>
              <a:rPr lang="pt-BR" sz="2200" dirty="0"/>
              <a:t>= </a:t>
            </a:r>
            <a:r>
              <a:rPr lang="pt-BR" sz="2200" dirty="0">
                <a:solidFill>
                  <a:srgbClr val="FF0000"/>
                </a:solidFill>
              </a:rPr>
              <a:t>resultado</a:t>
            </a:r>
            <a:r>
              <a:rPr lang="pt-BR" sz="2200" dirty="0"/>
              <a:t>;</a:t>
            </a:r>
          </a:p>
          <a:p>
            <a:r>
              <a:rPr lang="pt-BR" sz="2200" dirty="0" smtClean="0"/>
              <a:t>		console.log(</a:t>
            </a:r>
            <a:r>
              <a:rPr lang="pt-BR" sz="2200" dirty="0" err="1" smtClean="0"/>
              <a:t>this.anuncios</a:t>
            </a:r>
            <a:r>
              <a:rPr lang="pt-BR" sz="2200" dirty="0"/>
              <a:t>);</a:t>
            </a:r>
          </a:p>
          <a:p>
            <a:r>
              <a:rPr lang="pt-BR" sz="2200" dirty="0" smtClean="0"/>
              <a:t>	});</a:t>
            </a:r>
            <a:endParaRPr lang="pt-BR" sz="2200" dirty="0"/>
          </a:p>
          <a:p>
            <a:r>
              <a:rPr lang="pt-BR" sz="2300" dirty="0"/>
              <a:t>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800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800" dirty="0" smtClean="0"/>
          </a:p>
          <a:p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xmlns="" val="2943395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09" y="0"/>
            <a:ext cx="9144000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92825" y="255186"/>
            <a:ext cx="65372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smtClean="0">
                <a:solidFill>
                  <a:schemeClr val="bg1"/>
                </a:solidFill>
              </a:rPr>
              <a:t>Operadores</a:t>
            </a:r>
            <a:endParaRPr lang="pt-BR" sz="3600" b="1" dirty="0">
              <a:solidFill>
                <a:schemeClr val="bg1"/>
              </a:solidFill>
            </a:endParaRPr>
          </a:p>
        </p:txBody>
      </p:sp>
      <p:sp>
        <p:nvSpPr>
          <p:cNvPr id="2" name="CaixaDeTexto 1"/>
          <p:cNvSpPr txBox="1"/>
          <p:nvPr/>
        </p:nvSpPr>
        <p:spPr>
          <a:xfrm>
            <a:off x="0" y="1477925"/>
            <a:ext cx="90455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800" b="1" dirty="0" err="1"/>
              <a:t>p</a:t>
            </a:r>
            <a:r>
              <a:rPr lang="pt-BR" sz="2800" b="1" dirty="0" err="1" smtClean="0"/>
              <a:t>ipe</a:t>
            </a:r>
            <a:r>
              <a:rPr lang="pt-BR" sz="2800" b="1" dirty="0" smtClean="0"/>
              <a:t> - </a:t>
            </a:r>
            <a:r>
              <a:rPr lang="pt-BR" sz="2800" dirty="0" smtClean="0"/>
              <a:t>É </a:t>
            </a:r>
            <a:r>
              <a:rPr lang="pt-BR" sz="2800" dirty="0"/>
              <a:t>um </a:t>
            </a:r>
            <a:r>
              <a:rPr lang="pt-BR" sz="2800" dirty="0" smtClean="0"/>
              <a:t>operador utilizado para concatenarmos outros operadores no nosso </a:t>
            </a:r>
            <a:r>
              <a:rPr lang="pt-BR" sz="2800" dirty="0" err="1" smtClean="0"/>
              <a:t>Observable</a:t>
            </a:r>
            <a:r>
              <a:rPr lang="pt-BR" sz="2800" dirty="0"/>
              <a:t>;</a:t>
            </a:r>
            <a:endParaRPr lang="pt-BR" sz="2800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800" b="1" dirty="0" err="1" smtClean="0"/>
              <a:t>debounceTime</a:t>
            </a:r>
            <a:r>
              <a:rPr lang="pt-BR" sz="2800" dirty="0" smtClean="0"/>
              <a:t> – Utilizado para dar um intervalo na execução da função, muito semelhante ao </a:t>
            </a:r>
            <a:r>
              <a:rPr lang="pt-BR" sz="2800" dirty="0" err="1" smtClean="0"/>
              <a:t>Thread.sleep</a:t>
            </a:r>
            <a:r>
              <a:rPr lang="pt-BR" sz="2800" dirty="0" smtClean="0"/>
              <a:t>() em outras linguagens;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800" b="1" dirty="0" err="1" smtClean="0"/>
              <a:t>distinctUntilChanged</a:t>
            </a:r>
            <a:r>
              <a:rPr lang="pt-BR" sz="2800" dirty="0"/>
              <a:t> </a:t>
            </a:r>
            <a:r>
              <a:rPr lang="pt-BR" sz="2800" dirty="0" smtClean="0"/>
              <a:t>– Utilizado para fazer pesquisas distintas no </a:t>
            </a:r>
            <a:r>
              <a:rPr lang="pt-BR" sz="2800" dirty="0" err="1"/>
              <a:t>O</a:t>
            </a:r>
            <a:r>
              <a:rPr lang="pt-BR" sz="2800" dirty="0" err="1" smtClean="0"/>
              <a:t>bservable</a:t>
            </a:r>
            <a:r>
              <a:rPr lang="pt-BR" sz="2800" dirty="0" smtClean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800" b="1" dirty="0" err="1"/>
              <a:t>m</a:t>
            </a:r>
            <a:r>
              <a:rPr lang="pt-BR" sz="2800" b="1" dirty="0" err="1" smtClean="0"/>
              <a:t>ap</a:t>
            </a:r>
            <a:r>
              <a:rPr lang="pt-BR" sz="2800" dirty="0" smtClean="0"/>
              <a:t> – Itera sobre os valores passados ao </a:t>
            </a:r>
            <a:r>
              <a:rPr lang="pt-BR" sz="2800" dirty="0" err="1" smtClean="0"/>
              <a:t>observable</a:t>
            </a:r>
            <a:r>
              <a:rPr lang="pt-BR" sz="2800" dirty="0" smtClean="0"/>
              <a:t>.</a:t>
            </a:r>
            <a:endParaRPr lang="pt-BR" sz="2800" dirty="0"/>
          </a:p>
        </p:txBody>
      </p:sp>
    </p:spTree>
    <p:extLst>
      <p:ext uri="{BB962C8B-B14F-4D97-AF65-F5344CB8AC3E}">
        <p14:creationId xmlns:p14="http://schemas.microsoft.com/office/powerpoint/2010/main" xmlns="" val="3623294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kleber.nichi\Desktop\PIC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33" y="0"/>
            <a:ext cx="8977288" cy="1455515"/>
          </a:xfrm>
          <a:prstGeom prst="rect">
            <a:avLst/>
          </a:prstGeom>
          <a:noFill/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E8B7DEF8-F274-4FB1-961E-BE37BD79FE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591" t="22379" r="17690" b="20699"/>
          <a:stretch/>
        </p:blipFill>
        <p:spPr>
          <a:xfrm>
            <a:off x="7624688" y="6035039"/>
            <a:ext cx="1420837" cy="82296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1937982" y="255186"/>
            <a:ext cx="7107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b="1" dirty="0" smtClean="0">
                <a:solidFill>
                  <a:schemeClr val="bg1"/>
                </a:solidFill>
              </a:rPr>
              <a:t>Referências</a:t>
            </a:r>
            <a:endParaRPr lang="pt-BR" sz="3600" b="1" dirty="0">
              <a:solidFill>
                <a:schemeClr val="bg1"/>
              </a:solidFill>
            </a:endParaRPr>
          </a:p>
        </p:txBody>
      </p:sp>
      <p:sp>
        <p:nvSpPr>
          <p:cNvPr id="9" name="Retângulo 8"/>
          <p:cNvSpPr/>
          <p:nvPr/>
        </p:nvSpPr>
        <p:spPr>
          <a:xfrm>
            <a:off x="409433" y="1982450"/>
            <a:ext cx="863609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pt-BR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CaixaDeTexto 10"/>
          <p:cNvSpPr txBox="1"/>
          <p:nvPr/>
        </p:nvSpPr>
        <p:spPr>
          <a:xfrm>
            <a:off x="59943" y="1455515"/>
            <a:ext cx="9048467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500"/>
            </a:lvl1pPr>
          </a:lstStyle>
          <a:p>
            <a:endParaRPr lang="pt-BR" dirty="0" smtClean="0"/>
          </a:p>
          <a:p>
            <a:r>
              <a:rPr lang="pt-BR" dirty="0" smtClean="0"/>
              <a:t>Angular.io </a:t>
            </a:r>
            <a:r>
              <a:rPr lang="pt-BR" dirty="0" err="1" smtClean="0"/>
              <a:t>Observables</a:t>
            </a:r>
            <a:r>
              <a:rPr lang="pt-BR" dirty="0"/>
              <a:t> </a:t>
            </a:r>
            <a:r>
              <a:rPr lang="pt-BR" dirty="0" smtClean="0"/>
              <a:t>- </a:t>
            </a:r>
            <a:r>
              <a:rPr lang="pt-BR" dirty="0" smtClean="0">
                <a:hlinkClick r:id="rId5"/>
              </a:rPr>
              <a:t>https</a:t>
            </a:r>
            <a:r>
              <a:rPr lang="pt-BR" dirty="0">
                <a:hlinkClick r:id="rId5"/>
              </a:rPr>
              <a:t>://</a:t>
            </a:r>
            <a:r>
              <a:rPr lang="pt-BR" dirty="0" smtClean="0">
                <a:hlinkClick r:id="rId5"/>
              </a:rPr>
              <a:t>angular.io/guide/observables</a:t>
            </a:r>
            <a:endParaRPr lang="pt-BR" dirty="0" smtClean="0"/>
          </a:p>
          <a:p>
            <a:endParaRPr lang="pt-BR" dirty="0" smtClean="0"/>
          </a:p>
          <a:p>
            <a:endParaRPr lang="pt-BR" dirty="0" smtClean="0"/>
          </a:p>
          <a:p>
            <a:r>
              <a:rPr lang="pt-BR" dirty="0" err="1" smtClean="0"/>
              <a:t>Rxjs</a:t>
            </a:r>
            <a:r>
              <a:rPr lang="pt-BR" dirty="0" smtClean="0"/>
              <a:t> </a:t>
            </a:r>
            <a:r>
              <a:rPr lang="pt-BR" dirty="0"/>
              <a:t>- </a:t>
            </a:r>
            <a:r>
              <a:rPr lang="pt-BR" dirty="0">
                <a:hlinkClick r:id="rId6"/>
              </a:rPr>
              <a:t>http://reactivex.io</a:t>
            </a:r>
            <a:r>
              <a:rPr lang="pt-BR" dirty="0" smtClean="0">
                <a:hlinkClick r:id="rId6"/>
              </a:rPr>
              <a:t>/</a:t>
            </a:r>
            <a:endParaRPr lang="pt-BR" dirty="0" smtClean="0"/>
          </a:p>
          <a:p>
            <a:endParaRPr lang="pt-BR" dirty="0" smtClean="0"/>
          </a:p>
          <a:p>
            <a:endParaRPr lang="pt-BR" dirty="0"/>
          </a:p>
          <a:p>
            <a:r>
              <a:rPr lang="pt-BR" dirty="0" smtClean="0"/>
              <a:t>Entendendo </a:t>
            </a:r>
            <a:r>
              <a:rPr lang="pt-BR" dirty="0" err="1" smtClean="0"/>
              <a:t>Rxjs</a:t>
            </a:r>
            <a:r>
              <a:rPr lang="pt-BR" dirty="0"/>
              <a:t> - </a:t>
            </a:r>
            <a:r>
              <a:rPr lang="pt-BR" dirty="0">
                <a:hlinkClick r:id="rId7"/>
              </a:rPr>
              <a:t>https://</a:t>
            </a:r>
            <a:r>
              <a:rPr lang="pt-BR" dirty="0" smtClean="0">
                <a:hlinkClick r:id="rId7"/>
              </a:rPr>
              <a:t>medium.com/tableless/entendendo-rxjs-observable-com-angular-6f607a9a6a00</a:t>
            </a:r>
            <a:endParaRPr lang="pt-BR" dirty="0" smtClean="0"/>
          </a:p>
          <a:p>
            <a:endParaRPr lang="pt-BR" dirty="0" smtClean="0"/>
          </a:p>
          <a:p>
            <a:endParaRPr lang="pt-BR" dirty="0"/>
          </a:p>
          <a:p>
            <a:r>
              <a:rPr lang="pt-BR" dirty="0" err="1" smtClean="0"/>
              <a:t>Async</a:t>
            </a:r>
            <a:r>
              <a:rPr lang="pt-BR" dirty="0" smtClean="0"/>
              <a:t> </a:t>
            </a:r>
            <a:r>
              <a:rPr lang="pt-BR" dirty="0" err="1" smtClean="0"/>
              <a:t>Await</a:t>
            </a:r>
            <a:r>
              <a:rPr lang="pt-BR" dirty="0"/>
              <a:t> </a:t>
            </a:r>
            <a:r>
              <a:rPr lang="pt-BR" dirty="0" smtClean="0"/>
              <a:t>- </a:t>
            </a:r>
            <a:r>
              <a:rPr lang="pt-BR" dirty="0" smtClean="0">
                <a:hlinkClick r:id="rId8"/>
              </a:rPr>
              <a:t>https</a:t>
            </a:r>
            <a:r>
              <a:rPr lang="pt-BR" dirty="0">
                <a:hlinkClick r:id="rId8"/>
              </a:rPr>
              <a:t>://medium.com/@</a:t>
            </a:r>
            <a:r>
              <a:rPr lang="pt-BR" dirty="0" smtClean="0">
                <a:hlinkClick r:id="rId8"/>
              </a:rPr>
              <a:t>balramchavan/using-async-await-feature-in-angular-587dd56fdc77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xmlns="" val="4136118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anac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3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4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7.xml><?xml version="1.0" encoding="utf-8"?>
<a:theme xmlns:a="http://schemas.openxmlformats.org/drawingml/2006/main" name="5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8.xml><?xml version="1.0" encoding="utf-8"?>
<a:theme xmlns:a="http://schemas.openxmlformats.org/drawingml/2006/main" name="6_anac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9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anac2.thmx</Template>
  <TotalTime>4237</TotalTime>
  <Words>165</Words>
  <Application>Microsoft Office PowerPoint</Application>
  <PresentationFormat>Apresentação na tela (4:3)</PresentationFormat>
  <Paragraphs>42</Paragraphs>
  <Slides>6</Slides>
  <Notes>6</Notes>
  <HiddenSlides>0</HiddenSlides>
  <MMClips>0</MMClips>
  <ScaleCrop>false</ScaleCrop>
  <HeadingPairs>
    <vt:vector size="4" baseType="variant">
      <vt:variant>
        <vt:lpstr>Tema</vt:lpstr>
      </vt:variant>
      <vt:variant>
        <vt:i4>8</vt:i4>
      </vt:variant>
      <vt:variant>
        <vt:lpstr>Títulos de slides</vt:lpstr>
      </vt:variant>
      <vt:variant>
        <vt:i4>6</vt:i4>
      </vt:variant>
    </vt:vector>
  </HeadingPairs>
  <TitlesOfParts>
    <vt:vector size="14" baseType="lpstr">
      <vt:lpstr>anac2</vt:lpstr>
      <vt:lpstr>anac1</vt:lpstr>
      <vt:lpstr>1_anac1</vt:lpstr>
      <vt:lpstr>2_anac1</vt:lpstr>
      <vt:lpstr>3_anac1</vt:lpstr>
      <vt:lpstr>4_anac1</vt:lpstr>
      <vt:lpstr>5_anac1</vt:lpstr>
      <vt:lpstr>6_anac1</vt:lpstr>
      <vt:lpstr>Slide 1</vt:lpstr>
      <vt:lpstr>Slide 2</vt:lpstr>
      <vt:lpstr>Slide 3</vt:lpstr>
      <vt:lpstr>Slide 4</vt:lpstr>
      <vt:lpstr>Slide 5</vt:lpstr>
      <vt:lpstr>Slide 6</vt:lpstr>
    </vt:vector>
  </TitlesOfParts>
  <Company>Escola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Isabela Brumana</dc:creator>
  <cp:lastModifiedBy>Angular</cp:lastModifiedBy>
  <cp:revision>270</cp:revision>
  <dcterms:created xsi:type="dcterms:W3CDTF">2011-03-17T17:31:18Z</dcterms:created>
  <dcterms:modified xsi:type="dcterms:W3CDTF">2018-10-01T23:07:34Z</dcterms:modified>
</cp:coreProperties>
</file>