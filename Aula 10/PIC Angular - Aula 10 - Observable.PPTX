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5"/>
  </p:notesMasterIdLst>
  <p:sldIdLst>
    <p:sldId id="256" r:id="rId9"/>
    <p:sldId id="257" r:id="rId10"/>
    <p:sldId id="263" r:id="rId11"/>
    <p:sldId id="262" r:id="rId12"/>
    <p:sldId id="264" r:id="rId13"/>
    <p:sldId id="261" r:id="rId14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pPr/>
              <a:t>30/09/2018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969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4495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367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288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42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balramchavan/using-async-await-feature-in-angular-587dd56fdc77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medium.com/tableless/entendendo-rxjs-observable-com-angular-6f607a9a6a00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://reactivex.io/" TargetMode="External"/><Relationship Id="rId5" Type="http://schemas.openxmlformats.org/officeDocument/2006/relationships/hyperlink" Target="https://angular.io/guide/observables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Observable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98475" y="2001335"/>
            <a:ext cx="90455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 err="1" smtClean="0"/>
              <a:t>Observable</a:t>
            </a:r>
            <a:r>
              <a:rPr lang="pt-BR" sz="2800" dirty="0" smtClean="0"/>
              <a:t> - Por </a:t>
            </a:r>
            <a:r>
              <a:rPr lang="pt-BR" sz="2800" dirty="0"/>
              <a:t>definição é uma coleção que funciona de forma unidirecional, ou seja, ele emite notificações sempre que ocorre uma mudança em um de seus itens e a partir disso podemos executar uma </a:t>
            </a:r>
            <a:r>
              <a:rPr lang="pt-BR" sz="2800" dirty="0" smtClean="0"/>
              <a:t>ação.</a:t>
            </a:r>
            <a:endParaRPr lang="pt-B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9803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Subject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709" y="2001335"/>
            <a:ext cx="90455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 err="1" smtClean="0"/>
              <a:t>Subject</a:t>
            </a:r>
            <a:r>
              <a:rPr lang="pt-BR" sz="2800" b="1" dirty="0" smtClean="0"/>
              <a:t>- </a:t>
            </a:r>
            <a:r>
              <a:rPr lang="pt-BR" sz="2800" dirty="0" smtClean="0"/>
              <a:t>É </a:t>
            </a:r>
            <a:r>
              <a:rPr lang="pt-BR" sz="2800" dirty="0"/>
              <a:t>um tipo de ponte ou proxy que está disponível em algumas implementações do </a:t>
            </a:r>
            <a:r>
              <a:rPr lang="pt-BR" sz="2800" dirty="0" err="1"/>
              <a:t>ReactiveX</a:t>
            </a:r>
            <a:r>
              <a:rPr lang="pt-BR" sz="2800" dirty="0"/>
              <a:t> que atua como um observador e como um Observável. Por ser um observador, ele pode se inscrever em um ou mais Observáveis ​​e, por ser um Observável, pode passar pelos itens observados ao </a:t>
            </a:r>
            <a:r>
              <a:rPr lang="pt-BR" sz="2800" dirty="0" err="1"/>
              <a:t>reemitê-los</a:t>
            </a:r>
            <a:r>
              <a:rPr lang="pt-BR" sz="2800" dirty="0"/>
              <a:t> e também pode emitir novos itens.</a:t>
            </a:r>
            <a:endParaRPr lang="pt-BR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90491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Operadores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98475" y="2001335"/>
            <a:ext cx="9045525" cy="552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 err="1" smtClean="0"/>
              <a:t>Subscribe</a:t>
            </a:r>
            <a:r>
              <a:rPr lang="pt-BR" sz="2800" b="1" dirty="0"/>
              <a:t> </a:t>
            </a:r>
            <a:r>
              <a:rPr lang="pt-BR" sz="2800" b="1" dirty="0" smtClean="0"/>
              <a:t>- </a:t>
            </a:r>
            <a:r>
              <a:rPr lang="pt-BR" sz="2800" dirty="0" smtClean="0"/>
              <a:t>É </a:t>
            </a:r>
            <a:r>
              <a:rPr lang="pt-BR" sz="2800" dirty="0"/>
              <a:t>o equivalente ao </a:t>
            </a:r>
            <a:r>
              <a:rPr lang="pt-BR" sz="2800" i="1" dirty="0" err="1" smtClean="0"/>
              <a:t>then</a:t>
            </a:r>
            <a:r>
              <a:rPr lang="pt-BR" sz="2800" i="1" dirty="0" smtClean="0"/>
              <a:t> </a:t>
            </a:r>
            <a:r>
              <a:rPr lang="pt-BR" sz="2800" dirty="0" smtClean="0"/>
              <a:t>de </a:t>
            </a:r>
            <a:r>
              <a:rPr lang="pt-BR" sz="2800" dirty="0"/>
              <a:t>uma </a:t>
            </a:r>
            <a:r>
              <a:rPr lang="pt-BR" sz="2800" i="1" dirty="0" err="1" smtClean="0"/>
              <a:t>promise</a:t>
            </a:r>
            <a:r>
              <a:rPr lang="pt-BR" sz="2800" i="1" dirty="0" smtClean="0"/>
              <a:t>,</a:t>
            </a:r>
            <a:r>
              <a:rPr lang="pt-BR" sz="2800" dirty="0" smtClean="0"/>
              <a:t> e é utilizado para se inscrever um uma chamada assíncrona e aguardar seu retorno.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/>
          </a:p>
          <a:p>
            <a:r>
              <a:rPr lang="pt-BR" sz="2300" dirty="0" err="1"/>
              <a:t>public</a:t>
            </a:r>
            <a:r>
              <a:rPr lang="pt-BR" sz="2300" dirty="0"/>
              <a:t> pesquisar(): </a:t>
            </a:r>
            <a:r>
              <a:rPr lang="pt-BR" sz="2300" dirty="0" err="1"/>
              <a:t>void</a:t>
            </a:r>
            <a:r>
              <a:rPr lang="pt-BR" sz="2300" dirty="0"/>
              <a:t> {</a:t>
            </a:r>
          </a:p>
          <a:p>
            <a:r>
              <a:rPr lang="pt-BR" sz="2200" dirty="0" smtClean="0"/>
              <a:t>  </a:t>
            </a:r>
            <a:r>
              <a:rPr lang="pt-BR" sz="2200" dirty="0" err="1" smtClean="0"/>
              <a:t>this.filtro</a:t>
            </a:r>
            <a:r>
              <a:rPr lang="pt-BR" sz="2200" dirty="0" smtClean="0"/>
              <a:t> </a:t>
            </a:r>
            <a:r>
              <a:rPr lang="pt-BR" sz="2200" dirty="0"/>
              <a:t>= </a:t>
            </a:r>
            <a:r>
              <a:rPr lang="pt-BR" sz="2200" dirty="0" err="1" smtClean="0"/>
              <a:t>JSON.parse</a:t>
            </a:r>
            <a:r>
              <a:rPr lang="pt-BR" sz="2200" dirty="0" smtClean="0"/>
              <a:t>(</a:t>
            </a:r>
            <a:r>
              <a:rPr lang="pt-BR" sz="2200" dirty="0" err="1" smtClean="0"/>
              <a:t>JSON.stringify</a:t>
            </a:r>
            <a:r>
              <a:rPr lang="pt-BR" sz="2200" dirty="0" smtClean="0"/>
              <a:t>(</a:t>
            </a:r>
            <a:r>
              <a:rPr lang="pt-BR" sz="2200" dirty="0" err="1" smtClean="0"/>
              <a:t>this.formulario.value</a:t>
            </a:r>
            <a:r>
              <a:rPr lang="pt-BR" sz="2200" dirty="0"/>
              <a:t>));</a:t>
            </a:r>
          </a:p>
          <a:p>
            <a:r>
              <a:rPr lang="pt-BR" sz="2200" dirty="0"/>
              <a:t> </a:t>
            </a:r>
            <a:r>
              <a:rPr lang="pt-BR" sz="2200" dirty="0" smtClean="0"/>
              <a:t> </a:t>
            </a:r>
            <a:r>
              <a:rPr lang="pt-BR" sz="2200" dirty="0" err="1" smtClean="0"/>
              <a:t>this.anuncioService.findByFiltros</a:t>
            </a:r>
            <a:r>
              <a:rPr lang="pt-BR" sz="2200" dirty="0" smtClean="0"/>
              <a:t>(</a:t>
            </a:r>
            <a:r>
              <a:rPr lang="pt-BR" sz="2200" dirty="0" err="1" smtClean="0"/>
              <a:t>this.filtro</a:t>
            </a:r>
            <a:r>
              <a:rPr lang="pt-BR" sz="2200" dirty="0"/>
              <a:t>).</a:t>
            </a:r>
            <a:r>
              <a:rPr lang="pt-BR" sz="2200" b="1" dirty="0" err="1"/>
              <a:t>subscribe</a:t>
            </a:r>
            <a:r>
              <a:rPr lang="pt-BR" sz="2200" dirty="0"/>
              <a:t>(</a:t>
            </a:r>
            <a:r>
              <a:rPr lang="pt-BR" sz="2200" dirty="0">
                <a:solidFill>
                  <a:srgbClr val="FF0000"/>
                </a:solidFill>
              </a:rPr>
              <a:t>resultado</a:t>
            </a:r>
            <a:r>
              <a:rPr lang="pt-BR" sz="2200" dirty="0"/>
              <a:t> =&gt; {</a:t>
            </a:r>
          </a:p>
          <a:p>
            <a:r>
              <a:rPr lang="pt-BR" sz="2200" dirty="0" smtClean="0"/>
              <a:t>		</a:t>
            </a:r>
            <a:r>
              <a:rPr lang="pt-BR" sz="2200" dirty="0" err="1" smtClean="0"/>
              <a:t>this.anuncios</a:t>
            </a:r>
            <a:r>
              <a:rPr lang="pt-BR" sz="2200" dirty="0" smtClean="0"/>
              <a:t> </a:t>
            </a:r>
            <a:r>
              <a:rPr lang="pt-BR" sz="2200" dirty="0"/>
              <a:t>= </a:t>
            </a:r>
            <a:r>
              <a:rPr lang="pt-BR" sz="2200" dirty="0">
                <a:solidFill>
                  <a:srgbClr val="FF0000"/>
                </a:solidFill>
              </a:rPr>
              <a:t>resultado</a:t>
            </a:r>
            <a:r>
              <a:rPr lang="pt-BR" sz="2200" dirty="0"/>
              <a:t>;</a:t>
            </a:r>
          </a:p>
          <a:p>
            <a:r>
              <a:rPr lang="pt-BR" sz="2200" dirty="0" smtClean="0"/>
              <a:t>		console.log(</a:t>
            </a:r>
            <a:r>
              <a:rPr lang="pt-BR" sz="2200" dirty="0" err="1" smtClean="0"/>
              <a:t>this.anuncios</a:t>
            </a:r>
            <a:r>
              <a:rPr lang="pt-BR" sz="2200" dirty="0"/>
              <a:t>);</a:t>
            </a:r>
          </a:p>
          <a:p>
            <a:r>
              <a:rPr lang="pt-BR" sz="2200" dirty="0" smtClean="0"/>
              <a:t>	});</a:t>
            </a:r>
            <a:endParaRPr lang="pt-BR" sz="2200" dirty="0"/>
          </a:p>
          <a:p>
            <a:r>
              <a:rPr lang="pt-BR" sz="2300" dirty="0"/>
              <a:t>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94339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Operadores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1477925"/>
            <a:ext cx="90455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 err="1"/>
              <a:t>p</a:t>
            </a:r>
            <a:r>
              <a:rPr lang="pt-BR" sz="2800" b="1" dirty="0" err="1" smtClean="0"/>
              <a:t>ipe</a:t>
            </a:r>
            <a:r>
              <a:rPr lang="pt-BR" sz="2800" b="1" dirty="0" smtClean="0"/>
              <a:t> - </a:t>
            </a:r>
            <a:r>
              <a:rPr lang="pt-BR" sz="2800" dirty="0" smtClean="0"/>
              <a:t>É </a:t>
            </a:r>
            <a:r>
              <a:rPr lang="pt-BR" sz="2800" dirty="0"/>
              <a:t>um </a:t>
            </a:r>
            <a:r>
              <a:rPr lang="pt-BR" sz="2800" dirty="0" smtClean="0"/>
              <a:t>operador utilizado para concatenarmos outros operadores no nosso </a:t>
            </a:r>
            <a:r>
              <a:rPr lang="pt-BR" sz="2800" dirty="0" err="1" smtClean="0"/>
              <a:t>Observable</a:t>
            </a:r>
            <a:r>
              <a:rPr lang="pt-BR" sz="2800" dirty="0"/>
              <a:t>;</a:t>
            </a:r>
            <a:endParaRPr lang="pt-BR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 err="1" smtClean="0"/>
              <a:t>debounceTime</a:t>
            </a:r>
            <a:r>
              <a:rPr lang="pt-BR" sz="2800" dirty="0" smtClean="0"/>
              <a:t> – Utilizado para dar um intervalo na execução da função, muito semelhante ao </a:t>
            </a:r>
            <a:r>
              <a:rPr lang="pt-BR" sz="2800" dirty="0" err="1" smtClean="0"/>
              <a:t>Thread.sleep</a:t>
            </a:r>
            <a:r>
              <a:rPr lang="pt-BR" sz="2800" dirty="0" smtClean="0"/>
              <a:t>() em outras linguagens;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 err="1" smtClean="0"/>
              <a:t>distinctUntilChanged</a:t>
            </a:r>
            <a:r>
              <a:rPr lang="pt-BR" sz="2800" dirty="0"/>
              <a:t> </a:t>
            </a:r>
            <a:r>
              <a:rPr lang="pt-BR" sz="2800" dirty="0" smtClean="0"/>
              <a:t>– Utilizado para fazer pesquisas distintas no </a:t>
            </a:r>
            <a:r>
              <a:rPr lang="pt-BR" sz="2800" dirty="0" err="1"/>
              <a:t>O</a:t>
            </a:r>
            <a:r>
              <a:rPr lang="pt-BR" sz="2800" dirty="0" err="1" smtClean="0"/>
              <a:t>bservable</a:t>
            </a:r>
            <a:r>
              <a:rPr lang="pt-BR" sz="2800" dirty="0" smtClean="0"/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 err="1"/>
              <a:t>m</a:t>
            </a:r>
            <a:r>
              <a:rPr lang="pt-BR" sz="2800" b="1" dirty="0" err="1" smtClean="0"/>
              <a:t>ap</a:t>
            </a:r>
            <a:r>
              <a:rPr lang="pt-BR" sz="2800" dirty="0" smtClean="0"/>
              <a:t> – Itera sobre os valores passados ao </a:t>
            </a:r>
            <a:r>
              <a:rPr lang="pt-BR" sz="2800" dirty="0" err="1" smtClean="0"/>
              <a:t>observable</a:t>
            </a:r>
            <a:r>
              <a:rPr lang="pt-BR" sz="2800" dirty="0" smtClean="0"/>
              <a:t>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62329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33" y="0"/>
            <a:ext cx="8977288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9433" y="1982450"/>
            <a:ext cx="86360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59943" y="1455515"/>
            <a:ext cx="9048467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500"/>
            </a:lvl1pPr>
          </a:lstStyle>
          <a:p>
            <a:endParaRPr lang="pt-BR" dirty="0" smtClean="0"/>
          </a:p>
          <a:p>
            <a:r>
              <a:rPr lang="pt-BR" dirty="0" smtClean="0"/>
              <a:t>Angular.io </a:t>
            </a:r>
            <a:r>
              <a:rPr lang="pt-BR" dirty="0" err="1" smtClean="0"/>
              <a:t>Observables</a:t>
            </a:r>
            <a:r>
              <a:rPr lang="pt-BR" dirty="0"/>
              <a:t> </a:t>
            </a:r>
            <a:r>
              <a:rPr lang="pt-BR" dirty="0" smtClean="0"/>
              <a:t>- </a:t>
            </a:r>
            <a:r>
              <a:rPr lang="pt-BR" dirty="0" smtClean="0">
                <a:hlinkClick r:id="rId5"/>
              </a:rPr>
              <a:t>https</a:t>
            </a:r>
            <a:r>
              <a:rPr lang="pt-BR" dirty="0">
                <a:hlinkClick r:id="rId5"/>
              </a:rPr>
              <a:t>://</a:t>
            </a:r>
            <a:r>
              <a:rPr lang="pt-BR" dirty="0" smtClean="0">
                <a:hlinkClick r:id="rId5"/>
              </a:rPr>
              <a:t>angular.io/guide/observables</a:t>
            </a:r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err="1" smtClean="0"/>
              <a:t>Rxjs</a:t>
            </a:r>
            <a:r>
              <a:rPr lang="pt-BR" dirty="0" smtClean="0"/>
              <a:t> </a:t>
            </a:r>
            <a:r>
              <a:rPr lang="pt-BR" dirty="0"/>
              <a:t>- </a:t>
            </a:r>
            <a:r>
              <a:rPr lang="pt-BR" dirty="0">
                <a:hlinkClick r:id="rId6"/>
              </a:rPr>
              <a:t>http://reactivex.io</a:t>
            </a:r>
            <a:r>
              <a:rPr lang="pt-BR" dirty="0" smtClean="0">
                <a:hlinkClick r:id="rId6"/>
              </a:rPr>
              <a:t>/</a:t>
            </a:r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Entendendo </a:t>
            </a:r>
            <a:r>
              <a:rPr lang="pt-BR" dirty="0" err="1" smtClean="0"/>
              <a:t>Rxjs</a:t>
            </a:r>
            <a:r>
              <a:rPr lang="pt-BR" dirty="0"/>
              <a:t> - </a:t>
            </a:r>
            <a:r>
              <a:rPr lang="pt-BR" dirty="0">
                <a:hlinkClick r:id="rId7"/>
              </a:rPr>
              <a:t>https://</a:t>
            </a:r>
            <a:r>
              <a:rPr lang="pt-BR" dirty="0" smtClean="0">
                <a:hlinkClick r:id="rId7"/>
              </a:rPr>
              <a:t>medium.com/tableless/entendendo-rxjs-observable-com-angular-6f607a9a6a00</a:t>
            </a:r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err="1" smtClean="0"/>
              <a:t>Async</a:t>
            </a:r>
            <a:r>
              <a:rPr lang="pt-BR" dirty="0" smtClean="0"/>
              <a:t> </a:t>
            </a:r>
            <a:r>
              <a:rPr lang="pt-BR" dirty="0" err="1" smtClean="0"/>
              <a:t>Await</a:t>
            </a:r>
            <a:r>
              <a:rPr lang="pt-BR" dirty="0"/>
              <a:t> </a:t>
            </a:r>
            <a:r>
              <a:rPr lang="pt-BR" dirty="0" smtClean="0"/>
              <a:t>- </a:t>
            </a:r>
            <a:r>
              <a:rPr lang="pt-BR" dirty="0" smtClean="0">
                <a:hlinkClick r:id="rId8"/>
              </a:rPr>
              <a:t>https</a:t>
            </a:r>
            <a:r>
              <a:rPr lang="pt-BR" dirty="0">
                <a:hlinkClick r:id="rId8"/>
              </a:rPr>
              <a:t>://medium.com/@</a:t>
            </a:r>
            <a:r>
              <a:rPr lang="pt-BR" dirty="0" smtClean="0">
                <a:hlinkClick r:id="rId8"/>
              </a:rPr>
              <a:t>balramchavan/using-async-await-feature-in-angular-587dd56fdc77</a:t>
            </a: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611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4164</TotalTime>
  <Words>165</Words>
  <Application>Microsoft Office PowerPoint</Application>
  <PresentationFormat>Apresentação na tela (4:3)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6</vt:i4>
      </vt:variant>
    </vt:vector>
  </HeadingPairs>
  <TitlesOfParts>
    <vt:vector size="16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263</cp:revision>
  <dcterms:created xsi:type="dcterms:W3CDTF">2011-03-17T17:31:18Z</dcterms:created>
  <dcterms:modified xsi:type="dcterms:W3CDTF">2018-10-01T04:15:52Z</dcterms:modified>
</cp:coreProperties>
</file>