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696" r:id="rId3"/>
    <p:sldMasterId id="2147483708" r:id="rId4"/>
    <p:sldMasterId id="2147483720" r:id="rId5"/>
    <p:sldMasterId id="2147483732" r:id="rId6"/>
    <p:sldMasterId id="2147483744" r:id="rId7"/>
    <p:sldMasterId id="2147483756" r:id="rId8"/>
  </p:sldMasterIdLst>
  <p:notesMasterIdLst>
    <p:notesMasterId r:id="rId18"/>
  </p:notesMasterIdLst>
  <p:sldIdLst>
    <p:sldId id="256" r:id="rId9"/>
    <p:sldId id="270" r:id="rId10"/>
    <p:sldId id="272" r:id="rId11"/>
    <p:sldId id="275" r:id="rId12"/>
    <p:sldId id="273" r:id="rId13"/>
    <p:sldId id="269" r:id="rId14"/>
    <p:sldId id="274" r:id="rId15"/>
    <p:sldId id="276" r:id="rId16"/>
    <p:sldId id="271" r:id="rId17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34" autoAdjust="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6BCD9-542D-4D3D-9E0B-2DE32A6AFECE}" type="datetimeFigureOut">
              <a:rPr lang="pt-BR" smtClean="0"/>
              <a:t>12/09/2018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C67E6-04BB-4F3B-B665-88792C775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65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609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006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90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81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851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089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71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615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C67E6-04BB-4F3B-B665-88792C775AC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32261-4AFF-497E-B155-6C6E9DCF7A6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F6D0AE-B62F-4562-864E-9CA0815C0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D51D-D802-4BA0-AE6C-D5DC8CEE216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E165-42AF-4491-86B6-AC4C57EF78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D31DE-D0C5-4A19-BD7B-648CF2D163F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89F4DF-19FE-489B-A125-BE3D4481F3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18C9E-EF26-4F44-9084-74D331A78898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5BD61-55B6-4A8B-8ABA-072EF51C1F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84AC-7E7E-493C-A67B-D871A674188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8FCB8-A8EF-4436-AE92-6BF403559E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EAF8D-4C76-48A6-8660-DF9A69293593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2C71D1-F970-460C-919A-55C5FE2918C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DDD670-8BCC-46BF-87D4-FD56990744C2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BDF5C-A250-4314-A138-4F9DD517AE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A094-3227-4454-B0E7-7519C790761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5E9F6-63C8-4C30-AD21-40BB1A83FD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5FCD-F12E-49A2-A4F8-F5666410BA42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AF6184-1A33-4817-A9D2-F4F81BB1A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6DE057-4BB3-4405-985E-564A33401E5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3D297-8A0E-44A7-A2D4-AC4000360E9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BA016-87F8-497A-9FF9-70A7795FD1F5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BBDD97-BD0B-4C4F-8878-68DB4B7BE7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74A2-3455-4C6B-8ED2-6B3BA84D6D09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165EC-B64C-4E6C-BF96-B51B2D9BC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912B4-8393-4076-81DC-A553B9B43405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34DC-EC6F-42CC-A0B5-72DEAA999C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78722-C136-45FA-A53A-51155A48227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0E86B-D71E-423D-AEDA-4C6205389E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0080D-1C46-4920-B582-B0DEA861C9B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66711-F6B7-42E1-B7C6-E7020CDDCE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1E7F-81D4-4530-8DD5-94BCD4DFB7C5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A4AEB-FB8E-4DB5-9128-70A484DF8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7D5E-06DA-4499-A0E7-21AB84DBEF1F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83E1F-0C3B-4741-9C32-D22D148FF8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3C0F9-5BFB-4306-BAF7-58CE958FA770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7FA8F-5815-44B0-87F4-99502CCEF8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24EDEE-D927-4B5A-943C-FC7F8E4B6C7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B3A9B-E71A-44C0-8E96-BF7631753C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BCE53-5207-4771-A8F1-07FCA6B0DAF1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6C94A-ABD9-44E9-817C-7CDCF377A9B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DFCE5-59DE-4EAB-A282-E1F9824A0DD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9EFA9-1147-4C43-9D68-6BD750C652F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EC339-4DFE-4F0A-AAC0-03BDEE354A4E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8BDF3E-9825-451B-A9C3-A0B67399CB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1DD7C-DAD2-44D1-9B0B-C4BCC77CB8C9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4FF50-DDCB-4771-A8F3-61C243AB423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9CA5-2609-4CFD-B356-74DC95D18790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7B865-B77B-4146-AD67-EE847DD2426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E6D7E-1FCD-4EAF-9240-A0400BEAFAB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8A17D-ABD1-4AA0-AE2E-45A37074014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1A616-8B9A-470D-B61E-FD50524A1849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C1A22-4597-4E55-8A34-362320E09EE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AC775-53C8-4854-9AFD-A56410D6C55E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FEA8A-8614-4ED6-BF51-610441E86DB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B613C0-E9C3-49F8-9AF5-178E28F22373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F7ADF-4F4F-447A-A18C-9325BE6108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C849F-14AD-4760-9F2F-321D1CFAC8E8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44C87-B462-4FD1-91DA-C138B0AB0B0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8429-EE72-464C-8442-6F8C3228B243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D7F4BF-9076-40B1-A2CC-EF78E9F478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16340-A651-4C16-A49A-B86226FFD653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D0293-BBF3-4EAC-98E8-46D5412F6B2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3EE24-45AF-493B-97FE-2893AC27F39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1F4837-48E8-44FC-88E6-AAC23C287DC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BF88-3A73-421C-99F7-FF5359DF3DF5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0AB67-D529-4D50-BF61-953911C640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A933AE-8682-4AA2-808A-F0127040180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46F641-EF6B-471B-BF75-462AACC77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75E95-881A-402E-B42E-EC1B1E34595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FD404-BB36-48BC-A355-7811650FE6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8EC1C-A851-4863-8E3D-73372242BFB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EB79A-6168-4911-B81C-25DFBA5FE20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B02E6-B051-413D-8EE1-BC0212979542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4403F-0FCA-4C37-A924-E529F0BCAA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2624E-30F6-4980-B82B-BA4697BDC1DF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16F6F-5EA5-405E-AAE1-4F31F2A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198F6-69C5-4004-95BC-9AA12639C13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442131-AE4D-4CAE-972D-ECE56FDA4D9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3CD21-6F24-40B5-8206-9E195269D68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282FB8-9CCF-4D57-AF9E-085C19C94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00FA6-B79E-447A-9194-EDB34F4C9D3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4B3026-8B4D-4F13-AB94-C5486C5EF9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D1F1A-57F7-4EE0-96E4-0CD8490689E0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5BA2C-85E4-46F9-A988-216356D48A6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DB8B8-FF8A-44BF-9461-AB189F8CFDE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6725F-5936-4CBE-B7C8-A19254563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AA67-A05B-419A-91B3-6188B986E20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2F94C-3AEE-458E-AECA-11C6E8CA1E7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FBE04-F2FD-4EB2-9459-8BA03804C14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E9E6F-9275-46A3-BE04-1F61E741D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B2CF6-90E9-4C0A-89FE-A803807506C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2C88C8-D83C-4B65-BF28-AB10A8A57F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4208-B13B-4926-81C7-5CEE3016030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6E7C7B-748E-4A18-8A81-65D98F9F27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CA17D-18E7-4C69-ADD6-E85401AB707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66C7E-2170-4267-BE92-73A4D0751B4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15D49-212F-4869-990A-F301E0072E3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530CB-9C5A-45A4-9DFB-C101E03A2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10C4E-4835-4785-8696-0341183C4C79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5126B-643F-40CB-9048-6B37D748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87456-DA91-4370-990B-B5BF3AC6F48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DC83F-0AAF-4514-ADBC-64076EEF6D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B6D4-7277-48E4-BAA2-616FE83C339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812387-0A57-438C-ACD6-048566C1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2E733-C11E-4638-8AFA-73A2DF9E167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B4E6E-FC79-44EA-9CD9-C6571696A85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802A-1A44-4D46-B3F3-4F1341D7FFD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F0191-06BF-4A1E-8986-F1FCFC8D41B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281134-5A38-45BC-9B44-5E45CBA77643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C70A4-37C6-4116-A676-7E815A3154A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7FFE-B228-4E9A-8550-F49F365BC281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87B173-78BD-4DFA-B7FA-8A5607EBB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2AECB-CD03-4BE4-8104-CE1BC526908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D5D97-9981-4F5B-86C6-70C6DBAAC48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961E8-D0CD-43FD-9DEC-525C68E47C22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BE703-7C63-4BF0-90E3-94A0881A35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1C2BB-B424-4EDF-9B3F-42D9C5E21F5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B75164-6920-4982-BEED-D14FC95616F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FA5EB-4A65-4747-B92E-E44F43A61E75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440C71-4785-4BE8-9085-6D11F600A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85464-8D06-43CE-80EC-150EB01524E2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6956E-58B5-45D3-9464-EF0E0D347AB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0ABA5-991D-4F75-885D-CA88569183E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3CCF36-456D-4FF7-8F0C-F0F1CC8CBEC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E460E-0AE4-4ECB-B107-106D4BE57A9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62634-20B3-43E1-9468-69035A38E33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1DF7B-3CCB-4192-86CC-310BEDF7EA5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5C197-5FC3-48C3-9114-80D48EB11C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6FE82-3746-464C-83FD-8D216F3EAD1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46AD57-B64E-427B-B8B6-6B9339E1CB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8A907-1F74-48C1-B8F0-7763F251048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2C65E-2B64-4641-927B-18EB2D91B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5C1906-0A3F-4574-A0AE-74704AC3EF28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23850-4F48-4FC8-9DAA-C23331DCCAE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D5523-BD56-4EBB-ABA2-77C4DBA5D8B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A6642-5427-4529-B059-72211D9F3FE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B6F3E-499F-4C95-BE5E-9830ACC6D9A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A08742-AAB2-473E-AA30-A6CCA81AFB5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374FC-0761-4FE8-A3DF-10BEBC907491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CDE0D-EB53-45B3-AD01-75A201D7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7ED3C-E6FC-48B5-A7B7-61802E2CF03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F5457-89B4-4497-A55E-F0B873B8AB3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00CBD-6C33-42F3-844B-D99CFE25759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04A4EA-C137-4F05-93E5-EDA128C1BF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E1B9B1-8FEE-4723-AD86-24F63E4CA475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2A7A63-E273-4900-853F-647FEF6927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04ADC-C368-493A-ABDA-BCE10AC07F7F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CB7A4-B1E5-4747-A4E2-1B5A399D0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0408C-9A08-46F8-BBF6-3D50605A987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605D5-AB02-4C50-8B6B-C6F2E21E770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53126-6FD8-4E42-815B-4BCACC1462A1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FA178-41A9-49F5-8108-8487D660FBA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425BB-DEFE-44CA-8B68-08BB61A4D0D3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D893DF-4BAC-47D4-BFEF-BA8BBC177AF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6868B-2A87-40C3-BCDF-D9989FFBF11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E18EDE-6C77-45D8-ABD1-91457A975A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2FFD5-F0F3-4511-9C39-CC1720D7215E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963F26-D7BE-4BB0-9160-D6117252E5C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016B6-C969-447E-BAB4-F72CB420B1A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16D2CA-85B8-47D9-BE37-3D1D989290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EA03D-DEE6-48BD-BB94-9BCACFEA871E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E731B-0A2A-4326-BE0E-BF73B19EAAD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44686-744E-4DA4-BDCE-5A83B2F89ECA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4BBF4C-8EC4-424B-A68D-B5ECA7668E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67581-9346-48C5-B4E2-B7139427855D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F8551-10CA-43EA-83D5-277C08317D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891F8-F684-4472-AA42-EA062CC4652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4F466D-98D5-44C4-A8E8-51A189EDE41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F6C7C-B8B0-4579-901A-7207839A0457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4E24A-08E3-4E4B-9764-7B13503A8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6F261-757E-4F28-B477-7A4809FE6079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82D9B-CEA4-4977-8879-B85A461888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A039B-F10C-4A73-A0B2-4687DCC1A36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501A3C-6D7A-4BC8-B055-D249C775AE2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59432-F129-4204-A997-E01FD8569551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9DC68F-D69E-4880-951F-8DB84140105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FE70391-FB5A-458C-AA54-59646335C518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4BC2ECB-7E5A-43C8-91F7-010B341E7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05AA46D-A260-4663-865F-3EE9F1804436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7F10DA1-D514-4257-AEDA-37B09CE1842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96DCE45-F4CC-4007-ABC7-1C1BDF33546B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9B457A5-4552-4DF7-A96C-BD497359391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3867D8B-8607-472E-B046-1F7E57B8D79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2B55EB5E-B717-453F-A2AF-76EA99139A8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C2F796C-17F2-4439-BDB5-DAC5C48C335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DA9C13A-7972-435E-BFA5-6753927FD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982647-AAB7-4506-BB3C-1AACAB655B52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A036547D-A697-4EC1-BDB5-6005D3B4CBC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71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349967-435C-4177-89FC-1367CEDDB45C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8DCCAEEA-3C81-44D9-9567-ADCBD565AE5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title style</a:t>
            </a:r>
            <a:endParaRPr lang="en-US" altLang="pt-BR"/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en-US" alt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54E9B69-25D4-4A48-8440-D19DB38EED41}" type="datetimeFigureOut">
              <a:rPr lang="en-US"/>
              <a:pPr>
                <a:defRPr/>
              </a:pPr>
              <a:t>9/12/2018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DEA1F41C-6D64-47AA-AA54-682507B8D6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ngular.io/guide/forms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www.youtube.com/watch?v=7PI-2pvLTu8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6" Type="http://schemas.openxmlformats.org/officeDocument/2006/relationships/hyperlink" Target="https://angular.io/api/forms/NgModel" TargetMode="External"/><Relationship Id="rId5" Type="http://schemas.openxmlformats.org/officeDocument/2006/relationships/hyperlink" Target="https://blog.thoughtram.io/angular/2016/10/13/two-way-data-binding-in-angular-2.html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w3schools.com/jsref/jsref_obj_array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93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843" y="2715905"/>
            <a:ext cx="6373094" cy="204310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PIC ANGULAR 6</a:t>
            </a:r>
            <a:endParaRPr lang="pt-BR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Data </a:t>
            </a:r>
            <a:r>
              <a:rPr lang="pt-BR" sz="3600" b="1" dirty="0" err="1" smtClean="0">
                <a:solidFill>
                  <a:schemeClr val="bg1"/>
                </a:solidFill>
              </a:rPr>
              <a:t>Bind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09182" y="2674892"/>
            <a:ext cx="90455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Comunicação entre o </a:t>
            </a:r>
            <a:r>
              <a:rPr lang="pt-BR" sz="32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template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HTML e o seu componente TS ou mesmo entre Componentes.</a:t>
            </a:r>
            <a:endParaRPr lang="pt-BR" sz="32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853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Data </a:t>
            </a:r>
            <a:r>
              <a:rPr lang="pt-BR" sz="3600" b="1" dirty="0" err="1" smtClean="0">
                <a:solidFill>
                  <a:schemeClr val="bg1"/>
                </a:solidFill>
              </a:rPr>
              <a:t>Bind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09182" y="1604920"/>
            <a:ext cx="90455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String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Interpolation</a:t>
            </a:r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{{nome}}</a:t>
            </a:r>
          </a:p>
          <a:p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Property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Bind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</a:t>
            </a:r>
            <a:r>
              <a:rPr lang="pt-BR" sz="24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property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]=“nome”</a:t>
            </a:r>
          </a:p>
          <a:p>
            <a:pPr lvl="1"/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400" b="1" dirty="0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Exemplo: [</a:t>
            </a:r>
            <a:r>
              <a:rPr lang="pt-BR" sz="2400" b="1" dirty="0" err="1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value</a:t>
            </a:r>
            <a:r>
              <a:rPr lang="pt-BR" sz="2400" b="1" dirty="0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]=“nome”</a:t>
            </a:r>
          </a:p>
          <a:p>
            <a:pPr lvl="1"/>
            <a:endParaRPr lang="pt-BR" sz="24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4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Event</a:t>
            </a:r>
            <a:r>
              <a:rPr lang="pt-BR" sz="24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Binding</a:t>
            </a:r>
            <a:endParaRPr lang="pt-BR" sz="24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(evento)=“</a:t>
            </a:r>
            <a:r>
              <a:rPr lang="pt-BR" sz="2400" b="1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nome</a:t>
            </a:r>
            <a:r>
              <a:rPr lang="pt-BR" sz="24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</a:t>
            </a:r>
          </a:p>
          <a:p>
            <a:pPr lvl="1"/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400" b="1" dirty="0" smtClean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Exemplo: (click)=“adicionar()”</a:t>
            </a:r>
            <a:endParaRPr lang="pt-BR" sz="40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818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Data </a:t>
            </a:r>
            <a:r>
              <a:rPr lang="pt-BR" sz="3600" b="1" dirty="0" err="1" smtClean="0">
                <a:solidFill>
                  <a:schemeClr val="bg1"/>
                </a:solidFill>
              </a:rPr>
              <a:t>Bind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1663064"/>
            <a:ext cx="74485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255186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Data </a:t>
            </a:r>
            <a:r>
              <a:rPr lang="pt-BR" sz="3600" b="1" dirty="0" err="1" smtClean="0">
                <a:solidFill>
                  <a:schemeClr val="bg1"/>
                </a:solidFill>
              </a:rPr>
              <a:t>Bind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5" y="1937982"/>
            <a:ext cx="9015270" cy="349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4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err="1" smtClean="0">
                <a:solidFill>
                  <a:schemeClr val="bg1"/>
                </a:solidFill>
              </a:rPr>
              <a:t>One</a:t>
            </a:r>
            <a:r>
              <a:rPr lang="pt-BR" sz="3600" b="1" dirty="0" smtClean="0">
                <a:solidFill>
                  <a:schemeClr val="bg1"/>
                </a:solidFill>
              </a:rPr>
              <a:t> Way </a:t>
            </a:r>
            <a:r>
              <a:rPr lang="pt-BR" sz="3600" b="1" dirty="0" err="1" smtClean="0">
                <a:solidFill>
                  <a:schemeClr val="bg1"/>
                </a:solidFill>
              </a:rPr>
              <a:t>Vs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err="1" smtClean="0">
                <a:solidFill>
                  <a:schemeClr val="bg1"/>
                </a:solidFill>
              </a:rPr>
              <a:t>Two</a:t>
            </a:r>
            <a:r>
              <a:rPr lang="pt-BR" sz="3600" b="1" dirty="0" smtClean="0">
                <a:solidFill>
                  <a:schemeClr val="bg1"/>
                </a:solidFill>
              </a:rPr>
              <a:t> Way</a:t>
            </a:r>
            <a:endParaRPr lang="pt-BR" sz="3600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21" y="1860105"/>
            <a:ext cx="8868104" cy="36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Data </a:t>
            </a:r>
            <a:r>
              <a:rPr lang="pt-BR" sz="3600" b="1" dirty="0" err="1" smtClean="0">
                <a:solidFill>
                  <a:schemeClr val="bg1"/>
                </a:solidFill>
              </a:rPr>
              <a:t>Bind</a:t>
            </a:r>
            <a:r>
              <a:rPr lang="pt-BR" sz="3600" b="1" dirty="0" smtClean="0">
                <a:solidFill>
                  <a:schemeClr val="bg1"/>
                </a:solidFill>
              </a:rPr>
              <a:t> com </a:t>
            </a:r>
            <a:r>
              <a:rPr lang="pt-BR" sz="3600" b="1" dirty="0" err="1">
                <a:solidFill>
                  <a:schemeClr val="bg1"/>
                </a:solidFill>
              </a:rPr>
              <a:t>N</a:t>
            </a:r>
            <a:r>
              <a:rPr lang="pt-BR" sz="3600" b="1" dirty="0" err="1" smtClean="0">
                <a:solidFill>
                  <a:schemeClr val="bg1"/>
                </a:solidFill>
              </a:rPr>
              <a:t>gModel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0709" y="1942515"/>
            <a:ext cx="913329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 </a:t>
            </a:r>
            <a:r>
              <a:rPr lang="pt-BR" sz="36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NgModel</a:t>
            </a:r>
            <a:r>
              <a:rPr lang="pt-BR" sz="36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36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Ligação de dados bidirecional</a:t>
            </a:r>
          </a:p>
          <a:p>
            <a:pPr lvl="1"/>
            <a:endParaRPr lang="pt-BR" sz="2400" b="1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3200" dirty="0">
                <a:solidFill>
                  <a:srgbClr val="00B050"/>
                </a:solidFill>
              </a:rPr>
              <a:t>&lt;input </a:t>
            </a:r>
            <a:r>
              <a:rPr lang="pt-BR" sz="3200" b="1" dirty="0" smtClean="0"/>
              <a:t>[(</a:t>
            </a:r>
            <a:r>
              <a:rPr lang="pt-BR" sz="3200" b="1" dirty="0" err="1"/>
              <a:t>ngModel</a:t>
            </a:r>
            <a:r>
              <a:rPr lang="pt-BR" sz="3200" b="1" dirty="0" smtClean="0"/>
              <a:t>)]</a:t>
            </a:r>
            <a:r>
              <a:rPr lang="pt-BR" sz="3200" dirty="0" smtClean="0">
                <a:solidFill>
                  <a:srgbClr val="00B050"/>
                </a:solidFill>
              </a:rPr>
              <a:t>="nome"&gt;</a:t>
            </a:r>
            <a:endParaRPr lang="pt-BR" dirty="0" smtClean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grpSp>
        <p:nvGrpSpPr>
          <p:cNvPr id="5" name="Grupo 4"/>
          <p:cNvGrpSpPr/>
          <p:nvPr/>
        </p:nvGrpSpPr>
        <p:grpSpPr>
          <a:xfrm>
            <a:off x="2082946" y="4213740"/>
            <a:ext cx="4029075" cy="2232779"/>
            <a:chOff x="5125634" y="3868893"/>
            <a:chExt cx="4029075" cy="2232779"/>
          </a:xfrm>
        </p:grpSpPr>
        <p:pic>
          <p:nvPicPr>
            <p:cNvPr id="2" name="Imagem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15856" y="3868893"/>
              <a:ext cx="1619250" cy="1743075"/>
            </a:xfrm>
            <a:prstGeom prst="rect">
              <a:avLst/>
            </a:prstGeom>
          </p:spPr>
        </p:pic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25634" y="5653997"/>
              <a:ext cx="4029075" cy="44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385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55901" y="404591"/>
            <a:ext cx="6537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Data </a:t>
            </a:r>
            <a:r>
              <a:rPr lang="pt-BR" sz="3600" b="1" dirty="0" err="1" smtClean="0">
                <a:solidFill>
                  <a:schemeClr val="bg1"/>
                </a:solidFill>
              </a:rPr>
              <a:t>Bind</a:t>
            </a:r>
            <a:r>
              <a:rPr lang="pt-BR" sz="3600" b="1" dirty="0" smtClean="0">
                <a:solidFill>
                  <a:schemeClr val="bg1"/>
                </a:solidFill>
              </a:rPr>
              <a:t> com </a:t>
            </a:r>
            <a:r>
              <a:rPr lang="pt-BR" sz="3600" b="1" dirty="0" err="1">
                <a:solidFill>
                  <a:schemeClr val="bg1"/>
                </a:solidFill>
              </a:rPr>
              <a:t>N</a:t>
            </a:r>
            <a:r>
              <a:rPr lang="pt-BR" sz="3600" b="1" dirty="0" err="1" smtClean="0">
                <a:solidFill>
                  <a:schemeClr val="bg1"/>
                </a:solidFill>
              </a:rPr>
              <a:t>gModel</a:t>
            </a:r>
            <a:endParaRPr lang="pt-BR" sz="3600" b="1" dirty="0" smtClean="0">
              <a:solidFill>
                <a:schemeClr val="bg1"/>
              </a:solidFill>
            </a:endParaRP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0710" y="2758150"/>
            <a:ext cx="91439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● </a:t>
            </a:r>
            <a:r>
              <a:rPr lang="pt-BR" sz="32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NgModel</a:t>
            </a:r>
            <a:r>
              <a:rPr lang="pt-BR" sz="32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Pertence ao módulo </a:t>
            </a:r>
            <a:r>
              <a:rPr lang="pt-BR" sz="32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@angular/</a:t>
            </a:r>
            <a:r>
              <a:rPr lang="pt-BR" sz="3200" b="1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forms</a:t>
            </a:r>
            <a:r>
              <a:rPr lang="pt-BR" sz="3200" b="1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 deve ser importado no </a:t>
            </a:r>
            <a:r>
              <a:rPr lang="pt-BR" sz="32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app.module.ts</a:t>
            </a:r>
            <a:r>
              <a:rPr lang="pt-BR" sz="32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para sua utilização.</a:t>
            </a:r>
            <a:endParaRPr lang="pt-BR" sz="3200" dirty="0" smtClean="0">
              <a:solidFill>
                <a:srgbClr val="00B050"/>
              </a:solidFill>
            </a:endParaRPr>
          </a:p>
          <a:p>
            <a:pPr lvl="1"/>
            <a:endParaRPr lang="pt-BR" dirty="0" smtClean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564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kleber.nichi\Desktop\PI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09" y="0"/>
            <a:ext cx="9144000" cy="1455515"/>
          </a:xfrm>
          <a:prstGeom prst="rect">
            <a:avLst/>
          </a:prstGeom>
          <a:noFill/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E8B7DEF8-F274-4FB1-961E-BE37BD79FE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591" t="22379" r="17690" b="20699"/>
          <a:stretch/>
        </p:blipFill>
        <p:spPr>
          <a:xfrm>
            <a:off x="7624688" y="6035039"/>
            <a:ext cx="1420837" cy="82296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197290" y="404591"/>
            <a:ext cx="653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 smtClean="0">
                <a:solidFill>
                  <a:schemeClr val="bg1"/>
                </a:solidFill>
              </a:rPr>
              <a:t>Referências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0709" y="1455513"/>
            <a:ext cx="8909047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Way </a:t>
            </a:r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Bind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</a:p>
          <a:p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blog.thoughtram.io/angular/2016/10/13/two-way-data-binding-in-angular-2.html</a:t>
            </a:r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NgModel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</a:t>
            </a:r>
          </a:p>
          <a:p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https://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6"/>
              </a:rPr>
              <a:t>angular.io/api/forms/NgModel</a:t>
            </a:r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300" dirty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Loiane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3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Way </a:t>
            </a:r>
            <a:r>
              <a:rPr lang="pt-BR" sz="2300" dirty="0" err="1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Bind</a:t>
            </a:r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</a:t>
            </a:r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7"/>
              </a:rPr>
              <a:t>https://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7"/>
              </a:rPr>
              <a:t>www.youtube.com/watch?v=7PI-2pvLTu8</a:t>
            </a:r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Forms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</a:p>
          <a:p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https://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8"/>
              </a:rPr>
              <a:t>angular.io/guide/forms</a:t>
            </a:r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pt-BR" sz="2300" dirty="0" smtClean="0">
              <a:solidFill>
                <a:srgbClr val="44546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Arrays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300" dirty="0" err="1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JavaScript</a:t>
            </a:r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 </a:t>
            </a:r>
            <a:r>
              <a:rPr lang="pt-BR" sz="2300" dirty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https://</a:t>
            </a:r>
            <a:r>
              <a:rPr lang="pt-BR" sz="2300" dirty="0" smtClean="0">
                <a:solidFill>
                  <a:srgbClr val="44546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9"/>
              </a:rPr>
              <a:t>www.w3schools.com/jsref/jsref_obj_array.asp</a:t>
            </a:r>
            <a:endParaRPr lang="pt-BR" sz="2300" dirty="0"/>
          </a:p>
        </p:txBody>
      </p:sp>
    </p:spTree>
    <p:extLst>
      <p:ext uri="{BB962C8B-B14F-4D97-AF65-F5344CB8AC3E}">
        <p14:creationId xmlns:p14="http://schemas.microsoft.com/office/powerpoint/2010/main" val="77451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nac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4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5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6_anac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anac2.thmx</Template>
  <TotalTime>4233</TotalTime>
  <Words>115</Words>
  <Application>Microsoft Office PowerPoint</Application>
  <PresentationFormat>Apresentação na tela (4:3)</PresentationFormat>
  <Paragraphs>47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9</vt:i4>
      </vt:variant>
    </vt:vector>
  </HeadingPairs>
  <TitlesOfParts>
    <vt:vector size="19" baseType="lpstr">
      <vt:lpstr>Arial</vt:lpstr>
      <vt:lpstr>Calibri</vt:lpstr>
      <vt:lpstr>anac2</vt:lpstr>
      <vt:lpstr>anac1</vt:lpstr>
      <vt:lpstr>1_anac1</vt:lpstr>
      <vt:lpstr>2_anac1</vt:lpstr>
      <vt:lpstr>3_anac1</vt:lpstr>
      <vt:lpstr>4_anac1</vt:lpstr>
      <vt:lpstr>5_anac1</vt:lpstr>
      <vt:lpstr>6_anac1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Escola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Isabela Brumana</dc:creator>
  <cp:lastModifiedBy>Usuário do Windows</cp:lastModifiedBy>
  <cp:revision>262</cp:revision>
  <dcterms:created xsi:type="dcterms:W3CDTF">2011-03-17T17:31:18Z</dcterms:created>
  <dcterms:modified xsi:type="dcterms:W3CDTF">2018-09-12T12:49:50Z</dcterms:modified>
</cp:coreProperties>
</file>