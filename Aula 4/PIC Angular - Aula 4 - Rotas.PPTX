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3"/>
  </p:notesMasterIdLst>
  <p:sldIdLst>
    <p:sldId id="256" r:id="rId9"/>
    <p:sldId id="257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t>16/09/2018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969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340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8298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Rotas e Navegação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26132" y="3353844"/>
            <a:ext cx="881939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 smtClean="0">
                <a:latin typeface="Georgia" panose="02040502050405020303" pitchFamily="18" charset="0"/>
              </a:rPr>
              <a:t>Angular utiliza o conceito de SPA (</a:t>
            </a:r>
            <a:r>
              <a:rPr lang="pt-BR" sz="2600" dirty="0" err="1" smtClean="0">
                <a:latin typeface="Georgia" panose="02040502050405020303" pitchFamily="18" charset="0"/>
              </a:rPr>
              <a:t>Sigle</a:t>
            </a:r>
            <a:r>
              <a:rPr lang="pt-BR" sz="2600" dirty="0" smtClean="0">
                <a:latin typeface="Georgia" panose="02040502050405020303" pitchFamily="18" charset="0"/>
              </a:rPr>
              <a:t> Page </a:t>
            </a:r>
            <a:r>
              <a:rPr lang="pt-BR" sz="2600" dirty="0" err="1" smtClean="0">
                <a:latin typeface="Georgia" panose="02040502050405020303" pitchFamily="18" charset="0"/>
              </a:rPr>
              <a:t>Aplication</a:t>
            </a:r>
            <a:r>
              <a:rPr lang="pt-BR" sz="2600" dirty="0" smtClean="0">
                <a:latin typeface="Georgia" panose="02040502050405020303" pitchFamily="18" charset="0"/>
              </a:rPr>
              <a:t>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600" dirty="0" smtClean="0">
              <a:latin typeface="Georgia" panose="02040502050405020303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600" dirty="0" smtClean="0">
                <a:latin typeface="Georgia" panose="02040502050405020303" pitchFamily="18" charset="0"/>
              </a:rPr>
              <a:t>Para </a:t>
            </a:r>
            <a:r>
              <a:rPr lang="pt-BR" sz="2600" dirty="0">
                <a:latin typeface="Georgia" panose="02040502050405020303" pitchFamily="18" charset="0"/>
              </a:rPr>
              <a:t>trabalhar com rotas no angular, utilizaremos o pacote </a:t>
            </a:r>
            <a:r>
              <a:rPr lang="pt-BR" sz="2600" b="1" dirty="0">
                <a:latin typeface="Georgia-Bold"/>
              </a:rPr>
              <a:t>@</a:t>
            </a:r>
            <a:r>
              <a:rPr lang="pt-BR" sz="2600" b="1" dirty="0" smtClean="0">
                <a:latin typeface="Georgia-Bold"/>
              </a:rPr>
              <a:t>angular/</a:t>
            </a:r>
            <a:r>
              <a:rPr lang="pt-BR" sz="2600" b="1" dirty="0" err="1" smtClean="0">
                <a:latin typeface="Georgia-Bold"/>
              </a:rPr>
              <a:t>router</a:t>
            </a:r>
            <a:r>
              <a:rPr lang="pt-BR" sz="2600" dirty="0" smtClean="0">
                <a:latin typeface="Georgia" panose="02040502050405020303" pitchFamily="18" charset="0"/>
              </a:rPr>
              <a:t> </a:t>
            </a:r>
            <a:r>
              <a:rPr lang="pt-BR" sz="2600" dirty="0">
                <a:latin typeface="Georgia" panose="02040502050405020303" pitchFamily="18" charset="0"/>
              </a:rPr>
              <a:t>que </a:t>
            </a:r>
            <a:r>
              <a:rPr lang="pt-BR" sz="2600" dirty="0" smtClean="0">
                <a:latin typeface="Georgia" panose="02040502050405020303" pitchFamily="18" charset="0"/>
              </a:rPr>
              <a:t>já vem </a:t>
            </a:r>
            <a:r>
              <a:rPr lang="pt-BR" sz="2600" dirty="0">
                <a:latin typeface="Georgia" panose="02040502050405020303" pitchFamily="18" charset="0"/>
              </a:rPr>
              <a:t>no </a:t>
            </a:r>
            <a:r>
              <a:rPr lang="pt-BR" sz="2600" i="1" dirty="0" err="1">
                <a:latin typeface="Georgia-Italic"/>
              </a:rPr>
              <a:t>package.json</a:t>
            </a:r>
            <a:r>
              <a:rPr lang="pt-BR" sz="2600" i="1" dirty="0">
                <a:latin typeface="Georgia-Italic"/>
              </a:rPr>
              <a:t> </a:t>
            </a:r>
            <a:r>
              <a:rPr lang="pt-BR" sz="2600" dirty="0">
                <a:latin typeface="Georgia" panose="02040502050405020303" pitchFamily="18" charset="0"/>
              </a:rPr>
              <a:t>ao iniciar a aplicação pelo comando </a:t>
            </a:r>
            <a:r>
              <a:rPr lang="pt-BR" sz="2600" b="1" dirty="0" err="1">
                <a:latin typeface="Georgia-Bold"/>
              </a:rPr>
              <a:t>ng</a:t>
            </a:r>
            <a:r>
              <a:rPr lang="pt-BR" sz="2600" b="1" dirty="0">
                <a:latin typeface="Georgia-Bold"/>
              </a:rPr>
              <a:t> new</a:t>
            </a:r>
            <a:endParaRPr lang="pt-BR" sz="26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18" y="1912237"/>
            <a:ext cx="1257363" cy="1335405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633224" y="2404679"/>
            <a:ext cx="648719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600" dirty="0">
                <a:latin typeface="Georgia" panose="02040502050405020303" pitchFamily="18" charset="0"/>
              </a:rPr>
              <a:t>Responsável pelo roteamento das </a:t>
            </a:r>
            <a:r>
              <a:rPr lang="pt-BR" sz="2600" dirty="0" smtClean="0">
                <a:latin typeface="Georgia" panose="02040502050405020303" pitchFamily="18" charset="0"/>
              </a:rPr>
              <a:t>páginas</a:t>
            </a:r>
            <a:endParaRPr lang="pt-BR" sz="2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3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Rotas e Navegação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26132" y="2599483"/>
            <a:ext cx="88193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/>
              <a:t>ng</a:t>
            </a:r>
            <a:r>
              <a:rPr lang="pt-BR" sz="2800" dirty="0"/>
              <a:t> </a:t>
            </a:r>
            <a:r>
              <a:rPr lang="pt-BR" sz="2800" dirty="0" smtClean="0"/>
              <a:t>g </a:t>
            </a:r>
            <a:r>
              <a:rPr lang="pt-BR" sz="2800" dirty="0"/>
              <a:t>module </a:t>
            </a:r>
            <a:r>
              <a:rPr lang="pt-BR" sz="2800" dirty="0" err="1" smtClean="0"/>
              <a:t>app-routing</a:t>
            </a:r>
            <a:r>
              <a:rPr lang="pt-BR" sz="2800" dirty="0" smtClean="0"/>
              <a:t> –flat --module=</a:t>
            </a:r>
            <a:r>
              <a:rPr lang="pt-BR" sz="2800" dirty="0" err="1" smtClean="0"/>
              <a:t>app</a:t>
            </a:r>
            <a:endParaRPr lang="pt-BR" sz="2800" b="1" dirty="0" smtClean="0"/>
          </a:p>
          <a:p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335029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Rotas e Navegação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73012" y="3268223"/>
            <a:ext cx="88193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 smtClean="0"/>
              <a:t>                       Acompanhar pelo VS </a:t>
            </a:r>
            <a:r>
              <a:rPr lang="pt-BR" sz="2800" dirty="0" err="1" smtClean="0"/>
              <a:t>Code</a:t>
            </a:r>
            <a:endParaRPr lang="pt-BR" sz="2800" b="1" dirty="0" smtClean="0"/>
          </a:p>
          <a:p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423099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4065</TotalTime>
  <Words>70</Words>
  <Application>Microsoft Office PowerPoint</Application>
  <PresentationFormat>Apresentação na tela (4:3)</PresentationFormat>
  <Paragraphs>14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4</vt:i4>
      </vt:variant>
    </vt:vector>
  </HeadingPairs>
  <TitlesOfParts>
    <vt:vector size="17" baseType="lpstr">
      <vt:lpstr>Arial</vt:lpstr>
      <vt:lpstr>Calibri</vt:lpstr>
      <vt:lpstr>Georgia</vt:lpstr>
      <vt:lpstr>Georgia-Bold</vt:lpstr>
      <vt:lpstr>Georgia-Italic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221</cp:revision>
  <dcterms:created xsi:type="dcterms:W3CDTF">2011-03-17T17:31:18Z</dcterms:created>
  <dcterms:modified xsi:type="dcterms:W3CDTF">2018-09-17T01:28:29Z</dcterms:modified>
</cp:coreProperties>
</file>