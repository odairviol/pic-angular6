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35"/>
  </p:notesMasterIdLst>
  <p:sldIdLst>
    <p:sldId id="256" r:id="rId9"/>
    <p:sldId id="257" r:id="rId10"/>
    <p:sldId id="259" r:id="rId11"/>
    <p:sldId id="283" r:id="rId12"/>
    <p:sldId id="260" r:id="rId13"/>
    <p:sldId id="282" r:id="rId14"/>
    <p:sldId id="263" r:id="rId15"/>
    <p:sldId id="266" r:id="rId16"/>
    <p:sldId id="264" r:id="rId17"/>
    <p:sldId id="265" r:id="rId18"/>
    <p:sldId id="271" r:id="rId19"/>
    <p:sldId id="280" r:id="rId20"/>
    <p:sldId id="269" r:id="rId21"/>
    <p:sldId id="272" r:id="rId22"/>
    <p:sldId id="267" r:id="rId23"/>
    <p:sldId id="268" r:id="rId24"/>
    <p:sldId id="279" r:id="rId25"/>
    <p:sldId id="281" r:id="rId26"/>
    <p:sldId id="273" r:id="rId27"/>
    <p:sldId id="274" r:id="rId28"/>
    <p:sldId id="275" r:id="rId29"/>
    <p:sldId id="276" r:id="rId30"/>
    <p:sldId id="277" r:id="rId31"/>
    <p:sldId id="278" r:id="rId32"/>
    <p:sldId id="284" r:id="rId33"/>
    <p:sldId id="261" r:id="rId34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31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ableStyles" Target="tableStyles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10/09/2018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96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00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511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904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174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760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5420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708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586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950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335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605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00901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0861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892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501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7963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179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8060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01167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4020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7051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7271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7334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42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escriptlang.org/index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en.wikipedia.org/wiki/Anders_Hejlsberg" TargetMode="External"/><Relationship Id="rId5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cli.angular.io/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.xml"/><Relationship Id="rId5" Type="http://schemas.openxmlformats.org/officeDocument/2006/relationships/hyperlink" Target="https://nodejs.org/en/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Relationship Id="rId5" Type="http://schemas.openxmlformats.org/officeDocument/2006/relationships/hyperlink" Target="https://code.visualstudio.com/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4.xml"/><Relationship Id="rId5" Type="http://schemas.openxmlformats.org/officeDocument/2006/relationships/hyperlink" Target="https://medium.com/codigorefinado/as-melhores-extens%C3%B5es-para-visual-studio-code-para-se-trabalhar-com-angular-da044ed6d0d0" TargetMode="Externa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leonardomartinsfelicissimo/angular-e-suas-vers%C3%B5es-estabilidade-ou-insanidade-b012f5c6b9f3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://blog.caelum.com.br/aprendendo-angular-usando-angular-cli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cli.angular.io/" TargetMode="External"/><Relationship Id="rId5" Type="http://schemas.openxmlformats.org/officeDocument/2006/relationships/hyperlink" Target="http://angular.io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medium.com/codigorefinado/as-melhores-extens%C3%B5es-para-visual-studio-code-para-se-trabalhar-com-angular-da044ed6d0d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290" y="3275462"/>
            <a:ext cx="5158855" cy="155179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O que iremos aprender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11542" y="1848706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Introdução ao Novo Angular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Preparando ambiente de desenvolvimento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 CLI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Instrodução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Javascript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Moderno ES6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TypeScript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Criando Projeto Angular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Instalando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Bootstrap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Componentes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Two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-Way-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Biding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O que iremos aprender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84245" y="1887402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Rotas e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Navegação</a:t>
            </a:r>
          </a:p>
          <a:p>
            <a:pPr marL="34290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Template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Forms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Reactive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Forms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Validando dados do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formulário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Módulos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Services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Injeção de Dependências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Promise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Observable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API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com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Json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-Server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Diretivas</a:t>
            </a:r>
            <a:endParaRPr lang="pt-B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Pipes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Builds e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Deploys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75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4" y="1050922"/>
            <a:ext cx="9025671" cy="480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96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Introdução ao Novo </a:t>
            </a:r>
          </a:p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Angular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91069" y="1610437"/>
            <a:ext cx="873162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Parceria Google +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Microsoft;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Não é continuação da versão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1;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É um framework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novo.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Combina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declaração de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templates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injeção de dependências e ferramentas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end.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	- É um framework que visa dar mais poder aos desenvolvedores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ao criar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 suas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 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526" y="2404251"/>
            <a:ext cx="894017" cy="894017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426" y="2404251"/>
            <a:ext cx="882407" cy="89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0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Introdução ao Novo </a:t>
            </a:r>
          </a:p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Angular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91069" y="1455515"/>
            <a:ext cx="873162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Orientado a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componentes;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Componente dentro de componente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32" y="2710436"/>
            <a:ext cx="7830774" cy="343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5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Introdução ao Novo </a:t>
            </a:r>
          </a:p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Angular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91069" y="1860828"/>
            <a:ext cx="873162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Adoção do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typescript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super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conjunto do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javascript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que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permite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escrever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código orientado a objetos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utilizando uma estrutura fortemente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tipada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 ter este código compilado para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JavaScript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puro</a:t>
            </a:r>
            <a:r>
              <a:rPr lang="pt-BR" sz="2400" dirty="0"/>
              <a:t>;</a:t>
            </a:r>
            <a:endParaRPr lang="pt-BR" sz="2400" dirty="0" smtClean="0"/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Mantido pelo Google, ele utiliza como base para desenvolvimento interno de seus projetos, exemplo 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Gmail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Comunidade global e atuante. </a:t>
            </a:r>
            <a:b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GitHub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de 160 mil projetos</a:t>
            </a:r>
            <a:b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Stack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OverFlow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160 mil perguntas</a:t>
            </a:r>
            <a:b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YouTube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+ de 460 mil vídeos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81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Crescimento do Framework</a:t>
            </a:r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05" y="1710702"/>
            <a:ext cx="8785771" cy="43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O que mudou do </a:t>
            </a:r>
            <a:r>
              <a:rPr lang="pt-BR" sz="3600" b="1" dirty="0" err="1" smtClean="0">
                <a:solidFill>
                  <a:schemeClr val="bg1"/>
                </a:solidFill>
              </a:rPr>
              <a:t>AngularJS</a:t>
            </a:r>
            <a:r>
              <a:rPr lang="pt-BR" sz="3600" b="1" dirty="0" smtClean="0">
                <a:solidFill>
                  <a:schemeClr val="bg1"/>
                </a:solidFill>
              </a:rPr>
              <a:t> para o novo Angular</a:t>
            </a:r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252" y="1569494"/>
            <a:ext cx="5557308" cy="528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0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O que mudou do </a:t>
            </a:r>
            <a:r>
              <a:rPr lang="pt-BR" sz="3600" b="1" dirty="0" err="1">
                <a:solidFill>
                  <a:schemeClr val="bg1"/>
                </a:solidFill>
              </a:rPr>
              <a:t>AngularJS</a:t>
            </a:r>
            <a:r>
              <a:rPr lang="pt-BR" sz="3600" b="1" dirty="0">
                <a:solidFill>
                  <a:schemeClr val="bg1"/>
                </a:solidFill>
              </a:rPr>
              <a:t> </a:t>
            </a:r>
            <a:r>
              <a:rPr lang="pt-BR" sz="3600" b="1" dirty="0" smtClean="0">
                <a:solidFill>
                  <a:schemeClr val="bg1"/>
                </a:solidFill>
              </a:rPr>
              <a:t>para o novo Angular</a:t>
            </a:r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91" y="1710702"/>
            <a:ext cx="7742878" cy="452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5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Evolução do </a:t>
            </a:r>
            <a:r>
              <a:rPr lang="pt-BR" sz="36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1543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5434"/>
            <a:ext cx="9141061" cy="417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2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62" y="2389476"/>
            <a:ext cx="5998726" cy="2987742"/>
          </a:xfrm>
          <a:prstGeom prst="rect">
            <a:avLst/>
          </a:prstGeom>
        </p:spPr>
      </p:pic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2939" y="27296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1543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28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1543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167052" y="1907158"/>
            <a:ext cx="697694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Desenvolvido pela Microsoft;</a:t>
            </a: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Javascript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última geração;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-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TypeScript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oferece suporte para os recursos 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JavaScript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mais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recentes e em evolução, 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incluindo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 do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ECMAScript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2015 (ES6)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propostas futuras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como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funções e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decoradores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async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ajudar a construir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componentes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robustos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Suporte a orientação a objetos e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tipagem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dados forte.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159552" y="1998984"/>
            <a:ext cx="1954381" cy="2942383"/>
            <a:chOff x="159552" y="1902349"/>
            <a:chExt cx="1954381" cy="2942383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133" y="1902349"/>
              <a:ext cx="1828800" cy="249555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>
              <a:off x="159552" y="4475400"/>
              <a:ext cx="19543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solidFill>
                    <a:srgbClr val="44546A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Anders </a:t>
              </a:r>
              <a:r>
                <a:rPr lang="pt-BR" dirty="0" err="1">
                  <a:solidFill>
                    <a:srgbClr val="44546A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Hejlsberg</a:t>
              </a:r>
              <a:endParaRPr lang="pt-BR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CaixaDeTexto 10"/>
          <p:cNvSpPr txBox="1"/>
          <p:nvPr/>
        </p:nvSpPr>
        <p:spPr>
          <a:xfrm>
            <a:off x="589156" y="4979038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hlinkClick r:id="rId6"/>
              </a:rPr>
              <a:t>Biografia</a:t>
            </a:r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895" y="1647240"/>
            <a:ext cx="1828800" cy="94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2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Angular CLI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2680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536426" y="1978099"/>
            <a:ext cx="6604635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Interface de linha de comando do Angular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Comandos para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execução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mini    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servidor rodar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browser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Geração de builds finais de produção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8" y="1715434"/>
            <a:ext cx="2427018" cy="1810848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495561" y="353144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hlinkClick r:id="rId6"/>
              </a:rPr>
              <a:t>Documentação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495561" y="4517255"/>
            <a:ext cx="80029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Criar novas aplicações, criar componentes, serviços e todo tipo de recurso que o angular pode proporcionar.</a:t>
            </a:r>
          </a:p>
        </p:txBody>
      </p:sp>
    </p:spTree>
    <p:extLst>
      <p:ext uri="{BB962C8B-B14F-4D97-AF65-F5344CB8AC3E}">
        <p14:creationId xmlns:p14="http://schemas.microsoft.com/office/powerpoint/2010/main" val="422988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Preparando ambiente de desenvolvimento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15433"/>
            <a:ext cx="873162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Instalação Node.js (Plataforma de execução de códigos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Javascript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-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https://nodejs.org/en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/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Ao instalar o Node.js o NPM já é instalado (Node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Package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Manager – Gerenciador de pacotes do Node.js).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 Após instalação abrir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prompt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comando e executar o comando: 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node –v 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 o comando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npm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-v</a:t>
            </a: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● Instalação Angular CLI (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Command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Interface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Abrir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prompt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comando e executar o comando 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npm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install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–g @angular/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cli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Após a instalação executar o comando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–v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5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Preparando ambiente de desenvolvimento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15433"/>
            <a:ext cx="873162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Instalação Visual Studio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https://code.visualstudio.com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/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Instalação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Typescript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npm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install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–g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typescript</a:t>
            </a:r>
            <a:endParaRPr lang="pt-BR" sz="24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Verificando a instalação com o comando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tsc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-v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90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Programando com </a:t>
            </a:r>
            <a:r>
              <a:rPr lang="pt-BR" sz="36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09182" y="3275462"/>
            <a:ext cx="9141061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Programando com </a:t>
            </a:r>
            <a:r>
              <a:rPr lang="pt-BR" sz="36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Typescript</a:t>
            </a:r>
            <a:r>
              <a:rPr lang="pt-BR" sz="36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no VS </a:t>
            </a:r>
            <a:r>
              <a:rPr lang="pt-BR" sz="36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</a:t>
            </a:r>
            <a:r>
              <a:rPr lang="pt-BR" sz="36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11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692322" y="32181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Extensões no VS </a:t>
            </a:r>
            <a:r>
              <a:rPr lang="pt-BR" sz="36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2680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030404" y="2762929"/>
            <a:ext cx="8949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84330" y="2932206"/>
            <a:ext cx="776946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Principais extensões para Visual </a:t>
            </a:r>
            <a:r>
              <a:rPr lang="pt-BR" sz="32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Studio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42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Comandos básicos Angular CLI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2680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91069" y="1726803"/>
            <a:ext cx="89499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new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Cria uma nova aplicação angular.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new –help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	- Exibe todas as opções para o comando new.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new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myApp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- Cria toda a estrutura inicial de diretórios e arquivos, além de instalar as dependências necessária para começar um novo projeto angular com o nome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myApp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serve</a:t>
            </a:r>
          </a:p>
          <a:p>
            <a:r>
              <a:rPr lang="pt-BR" sz="2400" dirty="0" smtClean="0"/>
              <a:t>	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Serve a aplicação criada anteriormente para ser executada em tempo real no browser. O endereço padrão é o</a:t>
            </a: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localhost:4200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78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Criando Projeto Angular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2680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91069" y="2762929"/>
            <a:ext cx="89499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Acompanhar pelo VS </a:t>
            </a:r>
            <a:r>
              <a:rPr lang="pt-BR" sz="36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Code</a:t>
            </a:r>
            <a:endParaRPr lang="pt-BR" sz="36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363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Entendendo a Estrutura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2680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91069" y="2762929"/>
            <a:ext cx="8949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91069" y="1460678"/>
            <a:ext cx="895293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node_modules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Todas as dependências de desenvolvimento, esta pasta é criada a partir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 comando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npm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install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, você precisa ter um arquivo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package.json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com as dependências definidas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src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Contém todos os arquivos fontes do projeto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src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Arquivos fontes contendo lógica,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template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estilos e testes unitários. Tudo que você gerar pelo comando da CLI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generate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, irá para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src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src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assets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Arquivos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como i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magens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 fontes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99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Entendendo a Estrutura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2680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91069" y="2762929"/>
            <a:ext cx="8949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88130" y="1704238"/>
            <a:ext cx="895293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src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environments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Objeto para guardar opções baseados nos ambientes a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serem executados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src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/index.html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	- Como estamos trabalhando uma aplicação de página única – ou SPA (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Single Page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– este é 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template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principal da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aplicação.</a:t>
            </a:r>
          </a:p>
          <a:p>
            <a:endParaRPr lang="pt-BR" sz="2400" u="sng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src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main.ts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Arquivo principal de inicialização. Aqui são importadas todas as dependências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 iniciadas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pelo método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platformBrowserDynamic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().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bootstrapModule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AppModule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);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87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Entendendo a Estrutura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2680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91069" y="2762929"/>
            <a:ext cx="8949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595" y="1697775"/>
            <a:ext cx="89529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angular-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cli.json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ou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angular.json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Arquivo de configuração da CLI do angular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package.json</a:t>
            </a:r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- Arquivo global de dependências do node. Tudo que estiver aqui é baixado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 a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pasta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node_modules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ao se executar o comando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npm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install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4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b="1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polyfills.ts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sz="2400" b="1" dirty="0"/>
              <a:t>	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Esse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arquivo funciona como um tradutor. Ex.: Nós precisamos utilizar algo novo do 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ES6 e ele converte para o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 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ES5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332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Instalando </a:t>
            </a:r>
            <a:r>
              <a:rPr lang="pt-BR" sz="36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91069" y="1726803"/>
            <a:ext cx="87316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b="1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91069" y="2762929"/>
            <a:ext cx="8949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2595" y="1697775"/>
            <a:ext cx="895293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Excutar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 comando 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npm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install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bootstrap</a:t>
            </a:r>
            <a:endParaRPr lang="pt-BR" sz="24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Importar o modulo do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bootstratp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no arquivo 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styles.css</a:t>
            </a: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@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import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"~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bootstrap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dist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css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/bootstrap.css";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10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55901" y="404591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Estrutura Componente</a:t>
            </a: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28" y="1564697"/>
            <a:ext cx="8539050" cy="463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98475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37982" y="255186"/>
            <a:ext cx="7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409433" y="1982450"/>
            <a:ext cx="863609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 - </a:t>
            </a:r>
            <a:r>
              <a:rPr lang="pt-BR" sz="2400" dirty="0" smtClean="0">
                <a:solidFill>
                  <a:srgbClr val="0098A8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</a:t>
            </a:r>
            <a:r>
              <a:rPr lang="pt-BR" sz="2400" dirty="0">
                <a:solidFill>
                  <a:srgbClr val="0098A8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://</a:t>
            </a:r>
            <a:r>
              <a:rPr lang="pt-BR" sz="2400" dirty="0" smtClean="0">
                <a:solidFill>
                  <a:srgbClr val="0098A8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angular.io</a:t>
            </a:r>
            <a:endParaRPr lang="pt-BR" sz="2400" dirty="0" smtClean="0">
              <a:solidFill>
                <a:srgbClr val="0098A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Angular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 -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https://cli.angular.io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/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Caelum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Angular CLI -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http://blog.caelum.com.br/aprendendo-angular-usando-angular-cli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/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Angular 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 suas versões -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://medium.com/@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leonardomartinsfelicissimo/angular-e-suas-vers%C3%B5es-estabilidade-ou-insanidade-b012f5c6b9f3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Extensões </a:t>
            </a:r>
            <a:r>
              <a:rPr lang="pt-BR" sz="2400" dirty="0" err="1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VSCode</a:t>
            </a:r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medium.com/codigorefinado/as-melhores-extens%C3%B5es-para-visual-studio-code-para-se-trabalhar-com-angular-da044ed6d0d0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4739</TotalTime>
  <Words>400</Words>
  <Application>Microsoft Office PowerPoint</Application>
  <PresentationFormat>Apresentação na tela (4:3)</PresentationFormat>
  <Paragraphs>227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26</vt:i4>
      </vt:variant>
    </vt:vector>
  </HeadingPairs>
  <TitlesOfParts>
    <vt:vector size="37" baseType="lpstr">
      <vt:lpstr>Arial</vt:lpstr>
      <vt:lpstr>Calibri</vt:lpstr>
      <vt:lpstr>Symbol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234</cp:revision>
  <dcterms:created xsi:type="dcterms:W3CDTF">2011-03-17T17:31:18Z</dcterms:created>
  <dcterms:modified xsi:type="dcterms:W3CDTF">2018-09-10T19:49:12Z</dcterms:modified>
</cp:coreProperties>
</file>