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6"/>
  </p:notesMasterIdLst>
  <p:sldIdLst>
    <p:sldId id="256" r:id="rId9"/>
    <p:sldId id="257" r:id="rId10"/>
    <p:sldId id="263" r:id="rId11"/>
    <p:sldId id="262" r:id="rId12"/>
    <p:sldId id="265" r:id="rId13"/>
    <p:sldId id="266" r:id="rId14"/>
    <p:sldId id="264" r:id="rId15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09/09/2018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353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145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68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8431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4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craft.tv/courses/angular/built-in-directives/ngstyle-and-ngclass/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www.joshmorony.com/an-introduction-to-structural-directives-ngif-ngfor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codecraft.tv/courses/angular/built-in-directives/ngif-and-ngswitch/" TargetMode="External"/><Relationship Id="rId5" Type="http://schemas.openxmlformats.org/officeDocument/2006/relationships/hyperlink" Target="https://angular.io/guide/structural-directives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Diretivas Estruturais do Angular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80360" y="2149884"/>
            <a:ext cx="89636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3600" dirty="0" smtClean="0"/>
          </a:p>
          <a:p>
            <a:r>
              <a:rPr lang="pt-BR" sz="36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Diretivas no angular são atributos HTML especiais que aceitam uma lógica de programação diretamente no </a:t>
            </a:r>
            <a:r>
              <a:rPr lang="pt-BR" sz="36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template</a:t>
            </a:r>
            <a:r>
              <a:rPr lang="pt-BR" sz="36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Diretivas Estruturais do Angular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26803"/>
            <a:ext cx="894999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*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ngIF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- Apresenta ou remove um elemento HTML do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DOM.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*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ngFor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Itera sobre uma lista e cria elementos HTML 	dinamicamente no DOM.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*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ngSwitch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	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Na verdade consiste em um conjunto de outras diretivas: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NgSwitch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NgSwitchCase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NgSwitchDefault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Com base na condição irá apresentar o elemento no DOM.</a:t>
            </a:r>
          </a:p>
        </p:txBody>
      </p:sp>
    </p:spTree>
    <p:extLst>
      <p:ext uri="{BB962C8B-B14F-4D97-AF65-F5344CB8AC3E}">
        <p14:creationId xmlns:p14="http://schemas.microsoft.com/office/powerpoint/2010/main" val="188948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255186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Exemplos de utilização das diretivas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593073" y="3296759"/>
            <a:ext cx="42673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Acompanhar no VS </a:t>
            </a:r>
            <a:r>
              <a:rPr lang="pt-BR" sz="2800" dirty="0" err="1" smtClean="0"/>
              <a:t>Code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4997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Diretivas de aparências ou estilos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0" y="1751644"/>
            <a:ext cx="913329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*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ngStyle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-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diretiva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NgStyle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permite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definir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determinadas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propriedades </a:t>
            </a: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  de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estilo de elementos 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HTML.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*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ngClass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diretiva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NgClass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permite que você defina a  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classe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CSS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dinamicamente para um 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elemento HTML.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51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255186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Exemplos de utilização das diretivas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593073" y="3296759"/>
            <a:ext cx="42673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Acompanhar no VS </a:t>
            </a:r>
            <a:r>
              <a:rPr lang="pt-BR" sz="2800" dirty="0" err="1" smtClean="0"/>
              <a:t>Code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02158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22831" y="1469164"/>
            <a:ext cx="892269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 </a:t>
            </a:r>
            <a:r>
              <a:rPr lang="en-US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Structural Directives </a:t>
            </a:r>
            <a:r>
              <a:rPr lang="en-US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endParaRPr lang="en-US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hlinkClick r:id="rId5"/>
            </a:endParaRPr>
          </a:p>
          <a:p>
            <a:r>
              <a:rPr lang="en-US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</a:t>
            </a:r>
            <a:r>
              <a:rPr lang="en-US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://</a:t>
            </a:r>
            <a:r>
              <a:rPr lang="en-US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angular.io/guide/structural-directives</a:t>
            </a:r>
            <a:endParaRPr lang="en-US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 </a:t>
            </a:r>
            <a:r>
              <a:rPr lang="en-US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Craft Structural Directives -</a:t>
            </a:r>
            <a:endParaRPr lang="pt-BR" sz="2400" dirty="0" smtClean="0">
              <a:hlinkClick r:id="rId6"/>
            </a:endParaRPr>
          </a:p>
          <a:p>
            <a:r>
              <a:rPr lang="pt-BR" sz="2400" dirty="0" smtClean="0">
                <a:hlinkClick r:id="rId6"/>
              </a:rPr>
              <a:t>https</a:t>
            </a:r>
            <a:r>
              <a:rPr lang="pt-BR" sz="2400" dirty="0">
                <a:hlinkClick r:id="rId6"/>
              </a:rPr>
              <a:t>://codecraft.tv/courses/angular/built-in-directives/ngif-and-ngswitch</a:t>
            </a:r>
            <a:r>
              <a:rPr lang="pt-BR" sz="2400" dirty="0" smtClean="0">
                <a:hlinkClick r:id="rId6"/>
              </a:rPr>
              <a:t>/</a:t>
            </a:r>
            <a:endParaRPr lang="pt-BR" sz="2400" dirty="0" smtClean="0"/>
          </a:p>
          <a:p>
            <a:endParaRPr lang="pt-BR" sz="2400" dirty="0" smtClean="0"/>
          </a:p>
          <a:p>
            <a:r>
              <a:rPr lang="en-US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 </a:t>
            </a:r>
            <a:r>
              <a:rPr lang="en-US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Introduction to Structural Directives -</a:t>
            </a:r>
          </a:p>
          <a:p>
            <a:r>
              <a:rPr lang="pt-BR" sz="2400" dirty="0" smtClean="0">
                <a:hlinkClick r:id="rId7"/>
              </a:rPr>
              <a:t>https</a:t>
            </a:r>
            <a:r>
              <a:rPr lang="pt-BR" sz="2400" dirty="0">
                <a:hlinkClick r:id="rId7"/>
              </a:rPr>
              <a:t>://www.joshmorony.com/an-introduction-to-structural-directives-ngif-ngfor</a:t>
            </a:r>
            <a:r>
              <a:rPr lang="pt-BR" sz="2400" dirty="0" smtClean="0">
                <a:hlinkClick r:id="rId7"/>
              </a:rPr>
              <a:t>/</a:t>
            </a:r>
            <a:endParaRPr lang="pt-BR" sz="2400" dirty="0" smtClean="0"/>
          </a:p>
          <a:p>
            <a:endParaRPr lang="pt-BR" sz="2400" dirty="0" smtClean="0"/>
          </a:p>
          <a:p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NgStyle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NgClass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8"/>
              </a:rPr>
              <a:t>https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8"/>
              </a:rPr>
              <a:t>://codecraft.tv/courses/angular/built-in-directives/ngstyle-and-ngclass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8"/>
              </a:rPr>
              <a:t>/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8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4968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4192</TotalTime>
  <Words>117</Words>
  <Application>Microsoft Office PowerPoint</Application>
  <PresentationFormat>Apresentação na tela (4:3)</PresentationFormat>
  <Paragraphs>44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7</vt:i4>
      </vt:variant>
    </vt:vector>
  </HeadingPairs>
  <TitlesOfParts>
    <vt:vector size="17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231</cp:revision>
  <dcterms:created xsi:type="dcterms:W3CDTF">2011-03-17T17:31:18Z</dcterms:created>
  <dcterms:modified xsi:type="dcterms:W3CDTF">2018-09-09T21:11:31Z</dcterms:modified>
</cp:coreProperties>
</file>