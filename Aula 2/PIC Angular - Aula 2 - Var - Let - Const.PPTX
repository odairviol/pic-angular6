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5.xml" ContentType="application/vnd.openxmlformats-officedocument.theme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theme/theme6.xml" ContentType="application/vnd.openxmlformats-officedocument.theme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theme/theme7.xml" ContentType="application/vnd.openxmlformats-officedocument.theme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84" r:id="rId2"/>
    <p:sldMasterId id="2147483696" r:id="rId3"/>
    <p:sldMasterId id="2147483708" r:id="rId4"/>
    <p:sldMasterId id="2147483720" r:id="rId5"/>
    <p:sldMasterId id="2147483732" r:id="rId6"/>
    <p:sldMasterId id="2147483744" r:id="rId7"/>
    <p:sldMasterId id="2147483756" r:id="rId8"/>
  </p:sldMasterIdLst>
  <p:notesMasterIdLst>
    <p:notesMasterId r:id="rId14"/>
  </p:notesMasterIdLst>
  <p:sldIdLst>
    <p:sldId id="256" r:id="rId9"/>
    <p:sldId id="268" r:id="rId10"/>
    <p:sldId id="270" r:id="rId11"/>
    <p:sldId id="269" r:id="rId12"/>
    <p:sldId id="271" r:id="rId13"/>
  </p:sldIdLst>
  <p:sldSz cx="9144000" cy="6858000" type="screen4x3"/>
  <p:notesSz cx="6858000" cy="9144000"/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6831" autoAdjust="0"/>
  </p:normalViewPr>
  <p:slideViewPr>
    <p:cSldViewPr snapToGrid="0" snapToObjects="1">
      <p:cViewPr varScale="1">
        <p:scale>
          <a:sx n="70" d="100"/>
          <a:sy n="70" d="100"/>
        </p:scale>
        <p:origin x="1386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5.xml"/><Relationship Id="rId18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4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3.xml"/><Relationship Id="rId5" Type="http://schemas.openxmlformats.org/officeDocument/2006/relationships/slideMaster" Target="slideMasters/slideMaster5.xml"/><Relationship Id="rId15" Type="http://schemas.openxmlformats.org/officeDocument/2006/relationships/presProps" Target="presProps.xml"/><Relationship Id="rId10" Type="http://schemas.openxmlformats.org/officeDocument/2006/relationships/slide" Target="slides/slide2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16BCD9-542D-4D3D-9E0B-2DE32A6AFECE}" type="datetimeFigureOut">
              <a:rPr lang="pt-BR" smtClean="0"/>
              <a:t>10/09/2018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2C67E6-04BB-4F3B-B665-88792C775AC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45653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C67E6-04BB-4F3B-B665-88792C775AC8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416090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C67E6-04BB-4F3B-B665-88792C775AC8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26742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C67E6-04BB-4F3B-B665-88792C775AC8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140060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C67E6-04BB-4F3B-B665-88792C775AC8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80897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C67E6-04BB-4F3B-B665-88792C775AC8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499466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A32261-4AFF-497E-B155-6C6E9DCF7A6C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4F6D0AE-B62F-4562-864E-9CA0815C0B72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B9D51D-D802-4BA0-AE6C-D5DC8CEE2166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A97E165-42AF-4491-86B6-AC4C57EF7856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8D31DE-D0C5-4A19-BD7B-648CF2D163F7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A89F4DF-19FE-489B-A125-BE3D4481F3EB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F18C9E-EF26-4F44-9084-74D331A78898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DB5BD61-55B6-4A8B-8ABA-072EF51C1F42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1184AC-7E7E-493C-A67B-D871A674188A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878FCB8-A8EF-4436-AE92-6BF403559EBB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AEAF8D-4C76-48A6-8660-DF9A69293593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02C71D1-F970-460C-919A-55C5FE2918CC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DDD670-8BCC-46BF-87D4-FD56990744C2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69BDF5C-A250-4314-A138-4F9DD517AEAF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B1A094-3227-4454-B0E7-7519C790761A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C25E9F6-63C8-4C30-AD21-40BB1A83FDF6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x-none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E25FCD-F12E-49A2-A4F8-F5666410BA42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EAF6184-1A33-4817-A9D2-F4F81BB1A763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6DE057-4BB3-4405-985E-564A33401E5A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B43D297-8A0E-44A7-A2D4-AC4000360E92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FBA016-87F8-497A-9FF9-70A7795FD1F5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0BBDD97-BD0B-4C4F-8878-68DB4B7BE781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A974A2-3455-4C6B-8ED2-6B3BA84D6D09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38165EC-B64C-4E6C-BF96-B51B2D9BCD0B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A912B4-8393-4076-81DC-A553B9B43405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BD434DC-EC6F-42CC-A0B5-72DEAA999C5E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578722-C136-45FA-A53A-51155A482277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920E86B-D71E-423D-AEDA-4C6205389EA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40080D-1C46-4920-B582-B0DEA861C9BB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A566711-F6B7-42E1-B7C6-E7020CDDCE3F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911E7F-81D4-4530-8DD5-94BCD4DFB7C5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D6A4AEB-FB8E-4DB5-9128-70A484DF86D7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5A7D5E-06DA-4499-A0E7-21AB84DBEF1F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3F83E1F-0C3B-4741-9C32-D22D148FF8C8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53C0F9-5BFB-4306-BAF7-58CE958FA770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B47FA8F-5815-44B0-87F4-99502CCEF839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24EDEE-D927-4B5A-943C-FC7F8E4B6C7A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41B3A9B-E71A-44C0-8E96-BF7631753C4A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x-none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EBCE53-5207-4771-A8F1-07FCA6B0DAF1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6B6C94A-ABD9-44E9-817C-7CDCF377A9B1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6DFCE5-59DE-4EAB-A282-E1F9824A0DDB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BA9EFA9-1147-4C43-9D68-6BD750C652F2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CEC339-4DFE-4F0A-AAC0-03BDEE354A4E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E8BDF3E-9825-451B-A9C3-A0B67399CB83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B1DD7C-DAD2-44D1-9B0B-C4BCC77CB8C9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E34FF50-DDCB-4771-A8F3-61C243AB423E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CA9CA5-2609-4CFD-B356-74DC95D18790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427B865-B77B-4146-AD67-EE847DD24269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EE6D7E-1FCD-4EAF-9240-A0400BEAFAB6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688A17D-ABD1-4AA0-AE2E-45A37074014E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81A616-8B9A-470D-B61E-FD50524A1849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29C1A22-4597-4E55-8A34-362320E09EE2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3AC775-53C8-4854-9AFD-A56410D6C55E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33FEA8A-8614-4ED6-BF51-610441E86DBF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B613C0-E9C3-49F8-9AF5-178E28F22373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68F7ADF-4F4F-447A-A18C-9325BE61088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0C849F-14AD-4760-9F2F-321D1CFAC8E8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2C44C87-B462-4FD1-91DA-C138B0AB0B0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B88429-EE72-464C-8442-6F8C3228B243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2D7F4BF-9076-40B1-A2CC-EF78E9F4785C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x-none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616340-A651-4C16-A49A-B86226FFD653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BDD0293-BBF3-4EAC-98E8-46D5412F6B29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83EE24-45AF-493B-97FE-2893AC27F397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C1F4837-48E8-44FC-88E6-AAC23C287DC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EFBF88-3A73-421C-99F7-FF5359DF3DF5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5A0AB67-D529-4D50-BF61-953911C64058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A933AE-8682-4AA2-808A-F0127040180A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946F641-EF6B-471B-BF75-462AACC7718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D75E95-881A-402E-B42E-EC1B1E34595D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13FD404-BB36-48BC-A355-7811650FE6E0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48EC1C-A851-4863-8E3D-73372242BFBC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F0EB79A-6168-4911-B81C-25DFBA5FE20E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FB02E6-B051-413D-8EE1-BC0212979542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8C4403F-0FCA-4C37-A924-E529F0BCAA09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12624E-30F6-4980-B82B-BA4697BDC1DF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A316F6F-5EA5-405E-AAE1-4F31F2AAEDC9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F198F6-69C5-4004-95BC-9AA12639C136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5442131-AE4D-4CAE-972D-ECE56FDA4D9B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73CD21-6F24-40B5-8206-9E195269D687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F282FB8-9CCF-4D57-AF9E-085C19C94DA2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A00FA6-B79E-447A-9194-EDB34F4C9D3B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A4B3026-8B4D-4F13-AB94-C5486C5EF95F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x-none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FD1F1A-57F7-4EE0-96E4-0CD8490689E0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425BA2C-85E4-46F9-A988-216356D48A6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8DB8B8-FF8A-44BF-9461-AB189F8CFDEA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8A6725F-5936-4CBE-B7C8-A19254563C2C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76AA67-A05B-419A-91B3-6188B986E20B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292F94C-3AEE-458E-AECA-11C6E8CA1E7C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0FBE04-F2FD-4EB2-9459-8BA03804C147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1E9E6F-9275-46A3-BE04-1F61E741DDC0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5B2CF6-90E9-4C0A-89FE-A803807506CA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42C88C8-D83C-4B65-BF28-AB10A8A57F58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D04208-B13B-4926-81C7-5CEE3016030B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46E7C7B-748E-4A18-8A81-65D98F9F275F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5CA17D-18E7-4C69-ADD6-E85401AB707C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EF66C7E-2170-4267-BE92-73A4D0751B4A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F15D49-212F-4869-990A-F301E0072E3D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30530CB-9C5A-45A4-9DFB-C101E03A28AA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710C4E-4835-4785-8696-0341183C4C79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535126B-643F-40CB-9048-6B37D748B68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587456-DA91-4370-990B-B5BF3AC6F487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4ADC83F-0AAF-4514-ADBC-64076EEF6DBD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80B6D4-7277-48E4-BAA2-616FE83C3396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0812387-0A57-438C-ACD6-048566C133A8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x-none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62E733-C11E-4638-8AFA-73A2DF9E167D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BFB4E6E-FC79-44EA-9CD9-C6571696A858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802A-1A44-4D46-B3F3-4F1341D7FFD6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69F0191-06BF-4A1E-8986-F1FCFC8D41B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281134-5A38-45BC-9B44-5E45CBA77643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2DC70A4-37C6-4116-A676-7E815A3154A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3A7FFE-B228-4E9A-8550-F49F365BC281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D87B173-78BD-4DFA-B7FA-8A5607EBB965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12AECB-CD03-4BE4-8104-CE1BC526908A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5FD5D97-9981-4F5B-86C6-70C6DBAAC48D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4961E8-D0CD-43FD-9DEC-525C68E47C22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3FBE703-7C63-4BF0-90E3-94A0881A35C9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F1C2BB-B424-4EDF-9B3F-42D9C5E21F5A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6B75164-6920-4982-BEED-D14FC95616F6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CFA5EB-4A65-4747-B92E-E44F43A61E75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F440C71-4785-4BE8-9085-6D11F600A135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485464-8D06-43CE-80EC-150EB01524E2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1A6956E-58B5-45D3-9464-EF0E0D347ABB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70ABA5-991D-4F75-885D-CA88569183EC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73CCF36-456D-4FF7-8F0C-F0F1CC8CBECB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AE460E-0AE4-4ECB-B107-106D4BE57A96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9762634-20B3-43E1-9468-69035A38E33F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x-none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C1DF7B-3CCB-4192-86CC-310BEDF7EA5A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95C197-5FC3-48C3-9114-80D48EB11CB0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06FE82-3746-464C-83FD-8D216F3EAD1B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646AD57-B64E-427B-B8B6-6B9339E1CBE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18A907-1F74-48C1-B8F0-7763F2510487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F82C65E-2B64-4641-927B-18EB2D91BC22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5C1906-0A3F-4574-A0AE-74704AC3EF28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4123850-4F48-4FC8-9DAA-C23331DCCAEF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DD5523-BD56-4EBB-ABA2-77C4DBA5D8BA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B4A6642-5427-4529-B059-72211D9F3FE6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3B6F3E-499F-4C95-BE5E-9830ACC6D9A7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BA08742-AAB2-473E-AA30-A6CCA81AFB5F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A374FC-0761-4FE8-A3DF-10BEBC907491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A8CDE0D-EB53-45B3-AD01-75A201D745EB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47ED3C-E6FC-48B5-A7B7-61802E2CF036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19F5457-89B4-4497-A55E-F0B873B8AB39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800CBD-6C33-42F3-844B-D99CFE25759D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A04A4EA-C137-4F05-93E5-EDA128C1BF41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E1B9B1-8FEE-4723-AD86-24F63E4CA475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B2A7A63-E273-4900-853F-647FEF6927E0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A04ADC-C368-493A-ABDA-BCE10AC07F7F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3FCB7A4-B1E5-4747-A4E2-1B5A399D07F0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x-none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C0408C-9A08-46F8-BBF6-3D50605A987D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64605D5-AB02-4C50-8B6B-C6F2E21E770B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F53126-6FD8-4E42-815B-4BCACC1462A1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A5FA178-41A9-49F5-8108-8487D660FBAC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2425BB-DEFE-44CA-8B68-08BB61A4D0D3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FD893DF-4BAC-47D4-BFEF-BA8BBC177AF9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26868B-2A87-40C3-BCDF-D9989FFBF11D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CE18EDE-6C77-45D8-ABD1-91457A975A50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A72FFD5-F0F3-4511-9C39-CC1720D7215E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963F26-D7BE-4BB0-9160-D6117252E5C6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A016B6-C969-447E-BAB4-F72CB420B1AA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016D2CA-85B8-47D9-BE37-3D1D989290F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5EA03D-DEE6-48BD-BB94-9BCACFEA871E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84E731B-0A2A-4326-BE0E-BF73B19EAAD6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D44686-744E-4DA4-BDCE-5A83B2F89ECA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74BBF4C-8EC4-424B-A68D-B5ECA7668E7F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667581-9346-48C5-B4E2-B7139427855D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CAF8551-10CA-43EA-83D5-277C08317D1A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9891F8-F684-4472-AA42-EA062CC46526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A4F466D-98D5-44C4-A8E8-51A189EDE412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AF6C7C-B8B0-4579-901A-7207839A0457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C34E24A-08E3-4E4B-9764-7B13503A8D7F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x-none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16F261-757E-4F28-B477-7A4809FE6079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6282D9B-CEA4-4977-8879-B85A46188898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EA039B-F10C-4A73-A0B2-4687DCC1A36B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3501A3C-6D7A-4BC8-B055-D249C775AE25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D59432-F129-4204-A997-E01FD8569551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09DC68F-D69E-4880-951F-8DB84140105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3.xml"/><Relationship Id="rId3" Type="http://schemas.openxmlformats.org/officeDocument/2006/relationships/slideLayout" Target="../slideLayouts/slideLayout58.xml"/><Relationship Id="rId7" Type="http://schemas.openxmlformats.org/officeDocument/2006/relationships/slideLayout" Target="../slideLayouts/slideLayout62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57.xml"/><Relationship Id="rId1" Type="http://schemas.openxmlformats.org/officeDocument/2006/relationships/slideLayout" Target="../slideLayouts/slideLayout56.xml"/><Relationship Id="rId6" Type="http://schemas.openxmlformats.org/officeDocument/2006/relationships/slideLayout" Target="../slideLayouts/slideLayout61.xml"/><Relationship Id="rId11" Type="http://schemas.openxmlformats.org/officeDocument/2006/relationships/slideLayout" Target="../slideLayouts/slideLayout66.xml"/><Relationship Id="rId5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65.xml"/><Relationship Id="rId4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4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4.xml"/><Relationship Id="rId3" Type="http://schemas.openxmlformats.org/officeDocument/2006/relationships/slideLayout" Target="../slideLayouts/slideLayout69.xml"/><Relationship Id="rId7" Type="http://schemas.openxmlformats.org/officeDocument/2006/relationships/slideLayout" Target="../slideLayouts/slideLayout73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68.xml"/><Relationship Id="rId1" Type="http://schemas.openxmlformats.org/officeDocument/2006/relationships/slideLayout" Target="../slideLayouts/slideLayout67.xml"/><Relationship Id="rId6" Type="http://schemas.openxmlformats.org/officeDocument/2006/relationships/slideLayout" Target="../slideLayouts/slideLayout72.xml"/><Relationship Id="rId11" Type="http://schemas.openxmlformats.org/officeDocument/2006/relationships/slideLayout" Target="../slideLayouts/slideLayout77.xml"/><Relationship Id="rId5" Type="http://schemas.openxmlformats.org/officeDocument/2006/relationships/slideLayout" Target="../slideLayouts/slideLayout71.xml"/><Relationship Id="rId10" Type="http://schemas.openxmlformats.org/officeDocument/2006/relationships/slideLayout" Target="../slideLayouts/slideLayout76.xml"/><Relationship Id="rId4" Type="http://schemas.openxmlformats.org/officeDocument/2006/relationships/slideLayout" Target="../slideLayouts/slideLayout70.xml"/><Relationship Id="rId9" Type="http://schemas.openxmlformats.org/officeDocument/2006/relationships/slideLayout" Target="../slideLayouts/slideLayout75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5.xml"/><Relationship Id="rId3" Type="http://schemas.openxmlformats.org/officeDocument/2006/relationships/slideLayout" Target="../slideLayouts/slideLayout80.xml"/><Relationship Id="rId7" Type="http://schemas.openxmlformats.org/officeDocument/2006/relationships/slideLayout" Target="../slideLayouts/slideLayout84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79.xml"/><Relationship Id="rId1" Type="http://schemas.openxmlformats.org/officeDocument/2006/relationships/slideLayout" Target="../slideLayouts/slideLayout78.xml"/><Relationship Id="rId6" Type="http://schemas.openxmlformats.org/officeDocument/2006/relationships/slideLayout" Target="../slideLayouts/slideLayout83.xml"/><Relationship Id="rId11" Type="http://schemas.openxmlformats.org/officeDocument/2006/relationships/slideLayout" Target="../slideLayouts/slideLayout88.xml"/><Relationship Id="rId5" Type="http://schemas.openxmlformats.org/officeDocument/2006/relationships/slideLayout" Target="../slideLayouts/slideLayout82.xml"/><Relationship Id="rId10" Type="http://schemas.openxmlformats.org/officeDocument/2006/relationships/slideLayout" Target="../slideLayouts/slideLayout87.xml"/><Relationship Id="rId4" Type="http://schemas.openxmlformats.org/officeDocument/2006/relationships/slideLayout" Target="../slideLayouts/slideLayout81.xml"/><Relationship Id="rId9" Type="http://schemas.openxmlformats.org/officeDocument/2006/relationships/slideLayout" Target="../slideLayouts/slideLayout8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title style</a:t>
            </a:r>
            <a:endParaRPr lang="en-US" altLang="pt-BR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text styles</a:t>
            </a:r>
          </a:p>
          <a:p>
            <a:pPr lvl="1"/>
            <a:r>
              <a:rPr lang="pt-BR" altLang="pt-BR"/>
              <a:t>Second level</a:t>
            </a:r>
          </a:p>
          <a:p>
            <a:pPr lvl="2"/>
            <a:r>
              <a:rPr lang="pt-BR" altLang="pt-BR"/>
              <a:t>Third level</a:t>
            </a:r>
          </a:p>
          <a:p>
            <a:pPr lvl="3"/>
            <a:r>
              <a:rPr lang="pt-BR" altLang="pt-BR"/>
              <a:t>Fourth level</a:t>
            </a:r>
          </a:p>
          <a:p>
            <a:pPr lvl="4"/>
            <a:r>
              <a:rPr lang="pt-BR" altLang="pt-BR"/>
              <a:t>Fifth level</a:t>
            </a:r>
            <a:endParaRPr lang="en-US" alt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9FE70391-FB5A-458C-AA54-59646335C518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fld id="{44BC2ECB-7E5A-43C8-91F7-010B341E7603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title style</a:t>
            </a:r>
            <a:endParaRPr lang="en-US" altLang="pt-BR"/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text styles</a:t>
            </a:r>
          </a:p>
          <a:p>
            <a:pPr lvl="1"/>
            <a:r>
              <a:rPr lang="pt-BR" altLang="pt-BR"/>
              <a:t>Second level</a:t>
            </a:r>
          </a:p>
          <a:p>
            <a:pPr lvl="2"/>
            <a:r>
              <a:rPr lang="pt-BR" altLang="pt-BR"/>
              <a:t>Third level</a:t>
            </a:r>
          </a:p>
          <a:p>
            <a:pPr lvl="3"/>
            <a:r>
              <a:rPr lang="pt-BR" altLang="pt-BR"/>
              <a:t>Fourth level</a:t>
            </a:r>
          </a:p>
          <a:p>
            <a:pPr lvl="4"/>
            <a:r>
              <a:rPr lang="pt-BR" altLang="pt-BR"/>
              <a:t>Fifth level</a:t>
            </a:r>
            <a:endParaRPr lang="en-US" alt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C05AA46D-A260-4663-865F-3EE9F1804436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fld id="{A7F10DA1-D514-4257-AEDA-37B09CE18421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8" r:id="rId1"/>
    <p:sldLayoutId id="2147483769" r:id="rId2"/>
    <p:sldLayoutId id="2147483770" r:id="rId3"/>
    <p:sldLayoutId id="2147483771" r:id="rId4"/>
    <p:sldLayoutId id="2147483772" r:id="rId5"/>
    <p:sldLayoutId id="2147483773" r:id="rId6"/>
    <p:sldLayoutId id="2147483774" r:id="rId7"/>
    <p:sldLayoutId id="2147483775" r:id="rId8"/>
    <p:sldLayoutId id="2147483776" r:id="rId9"/>
    <p:sldLayoutId id="2147483777" r:id="rId10"/>
    <p:sldLayoutId id="2147483778" r:id="rId11"/>
  </p:sldLayoutIdLst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title style</a:t>
            </a:r>
            <a:endParaRPr lang="en-US" altLang="pt-BR"/>
          </a:p>
        </p:txBody>
      </p:sp>
      <p:sp>
        <p:nvSpPr>
          <p:cNvPr id="307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text styles</a:t>
            </a:r>
          </a:p>
          <a:p>
            <a:pPr lvl="1"/>
            <a:r>
              <a:rPr lang="pt-BR" altLang="pt-BR"/>
              <a:t>Second level</a:t>
            </a:r>
          </a:p>
          <a:p>
            <a:pPr lvl="2"/>
            <a:r>
              <a:rPr lang="pt-BR" altLang="pt-BR"/>
              <a:t>Third level</a:t>
            </a:r>
          </a:p>
          <a:p>
            <a:pPr lvl="3"/>
            <a:r>
              <a:rPr lang="pt-BR" altLang="pt-BR"/>
              <a:t>Fourth level</a:t>
            </a:r>
          </a:p>
          <a:p>
            <a:pPr lvl="4"/>
            <a:r>
              <a:rPr lang="pt-BR" altLang="pt-BR"/>
              <a:t>Fifth level</a:t>
            </a:r>
            <a:endParaRPr lang="en-US" alt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896DCE45-F4CC-4007-ABC7-1C1BDF33546B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fld id="{29B457A5-4552-4DF7-A96C-BD4973593910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9" r:id="rId1"/>
    <p:sldLayoutId id="2147483780" r:id="rId2"/>
    <p:sldLayoutId id="2147483781" r:id="rId3"/>
    <p:sldLayoutId id="2147483782" r:id="rId4"/>
    <p:sldLayoutId id="2147483783" r:id="rId5"/>
    <p:sldLayoutId id="2147483784" r:id="rId6"/>
    <p:sldLayoutId id="2147483785" r:id="rId7"/>
    <p:sldLayoutId id="2147483786" r:id="rId8"/>
    <p:sldLayoutId id="2147483787" r:id="rId9"/>
    <p:sldLayoutId id="2147483788" r:id="rId10"/>
    <p:sldLayoutId id="2147483789" r:id="rId11"/>
  </p:sldLayoutIdLst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title style</a:t>
            </a:r>
            <a:endParaRPr lang="en-US" altLang="pt-BR"/>
          </a:p>
        </p:txBody>
      </p:sp>
      <p:sp>
        <p:nvSpPr>
          <p:cNvPr id="409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text styles</a:t>
            </a:r>
          </a:p>
          <a:p>
            <a:pPr lvl="1"/>
            <a:r>
              <a:rPr lang="pt-BR" altLang="pt-BR"/>
              <a:t>Second level</a:t>
            </a:r>
          </a:p>
          <a:p>
            <a:pPr lvl="2"/>
            <a:r>
              <a:rPr lang="pt-BR" altLang="pt-BR"/>
              <a:t>Third level</a:t>
            </a:r>
          </a:p>
          <a:p>
            <a:pPr lvl="3"/>
            <a:r>
              <a:rPr lang="pt-BR" altLang="pt-BR"/>
              <a:t>Fourth level</a:t>
            </a:r>
          </a:p>
          <a:p>
            <a:pPr lvl="4"/>
            <a:r>
              <a:rPr lang="pt-BR" altLang="pt-BR"/>
              <a:t>Fifth level</a:t>
            </a:r>
            <a:endParaRPr lang="en-US" alt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E3867D8B-8607-472E-B046-1F7E57B8D79C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fld id="{2B55EB5E-B717-453F-A2AF-76EA99139A8B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0" r:id="rId1"/>
    <p:sldLayoutId id="2147483791" r:id="rId2"/>
    <p:sldLayoutId id="2147483792" r:id="rId3"/>
    <p:sldLayoutId id="2147483793" r:id="rId4"/>
    <p:sldLayoutId id="2147483794" r:id="rId5"/>
    <p:sldLayoutId id="2147483795" r:id="rId6"/>
    <p:sldLayoutId id="2147483796" r:id="rId7"/>
    <p:sldLayoutId id="2147483797" r:id="rId8"/>
    <p:sldLayoutId id="2147483798" r:id="rId9"/>
    <p:sldLayoutId id="2147483799" r:id="rId10"/>
    <p:sldLayoutId id="2147483800" r:id="rId11"/>
  </p:sldLayoutIdLst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title style</a:t>
            </a:r>
            <a:endParaRPr lang="en-US" altLang="pt-BR"/>
          </a:p>
        </p:txBody>
      </p:sp>
      <p:sp>
        <p:nvSpPr>
          <p:cNvPr id="512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text styles</a:t>
            </a:r>
          </a:p>
          <a:p>
            <a:pPr lvl="1"/>
            <a:r>
              <a:rPr lang="pt-BR" altLang="pt-BR"/>
              <a:t>Second level</a:t>
            </a:r>
          </a:p>
          <a:p>
            <a:pPr lvl="2"/>
            <a:r>
              <a:rPr lang="pt-BR" altLang="pt-BR"/>
              <a:t>Third level</a:t>
            </a:r>
          </a:p>
          <a:p>
            <a:pPr lvl="3"/>
            <a:r>
              <a:rPr lang="pt-BR" altLang="pt-BR"/>
              <a:t>Fourth level</a:t>
            </a:r>
          </a:p>
          <a:p>
            <a:pPr lvl="4"/>
            <a:r>
              <a:rPr lang="pt-BR" altLang="pt-BR"/>
              <a:t>Fifth level</a:t>
            </a:r>
            <a:endParaRPr lang="en-US" alt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6C2F796C-17F2-4439-BDB5-DAC5C48C335C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fld id="{0DA9C13A-7972-435E-BFA5-6753927FD877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1" r:id="rId1"/>
    <p:sldLayoutId id="2147483802" r:id="rId2"/>
    <p:sldLayoutId id="2147483803" r:id="rId3"/>
    <p:sldLayoutId id="2147483804" r:id="rId4"/>
    <p:sldLayoutId id="2147483805" r:id="rId5"/>
    <p:sldLayoutId id="2147483806" r:id="rId6"/>
    <p:sldLayoutId id="2147483807" r:id="rId7"/>
    <p:sldLayoutId id="2147483808" r:id="rId8"/>
    <p:sldLayoutId id="2147483809" r:id="rId9"/>
    <p:sldLayoutId id="2147483810" r:id="rId10"/>
    <p:sldLayoutId id="2147483811" r:id="rId11"/>
  </p:sldLayoutIdLst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title style</a:t>
            </a:r>
            <a:endParaRPr lang="en-US" altLang="pt-BR"/>
          </a:p>
        </p:txBody>
      </p:sp>
      <p:sp>
        <p:nvSpPr>
          <p:cNvPr id="614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text styles</a:t>
            </a:r>
          </a:p>
          <a:p>
            <a:pPr lvl="1"/>
            <a:r>
              <a:rPr lang="pt-BR" altLang="pt-BR"/>
              <a:t>Second level</a:t>
            </a:r>
          </a:p>
          <a:p>
            <a:pPr lvl="2"/>
            <a:r>
              <a:rPr lang="pt-BR" altLang="pt-BR"/>
              <a:t>Third level</a:t>
            </a:r>
          </a:p>
          <a:p>
            <a:pPr lvl="3"/>
            <a:r>
              <a:rPr lang="pt-BR" altLang="pt-BR"/>
              <a:t>Fourth level</a:t>
            </a:r>
          </a:p>
          <a:p>
            <a:pPr lvl="4"/>
            <a:r>
              <a:rPr lang="pt-BR" altLang="pt-BR"/>
              <a:t>Fifth level</a:t>
            </a:r>
            <a:endParaRPr lang="en-US" alt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04982647-AAB7-4506-BB3C-1AACAB655B52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fld id="{A036547D-A697-4EC1-BDB5-6005D3B4CBCD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2" r:id="rId1"/>
    <p:sldLayoutId id="2147483813" r:id="rId2"/>
    <p:sldLayoutId id="2147483814" r:id="rId3"/>
    <p:sldLayoutId id="2147483815" r:id="rId4"/>
    <p:sldLayoutId id="2147483816" r:id="rId5"/>
    <p:sldLayoutId id="2147483817" r:id="rId6"/>
    <p:sldLayoutId id="2147483818" r:id="rId7"/>
    <p:sldLayoutId id="2147483819" r:id="rId8"/>
    <p:sldLayoutId id="2147483820" r:id="rId9"/>
    <p:sldLayoutId id="2147483821" r:id="rId10"/>
    <p:sldLayoutId id="2147483822" r:id="rId11"/>
  </p:sldLayoutIdLst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title style</a:t>
            </a:r>
            <a:endParaRPr lang="en-US" altLang="pt-BR"/>
          </a:p>
        </p:txBody>
      </p:sp>
      <p:sp>
        <p:nvSpPr>
          <p:cNvPr id="717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text styles</a:t>
            </a:r>
          </a:p>
          <a:p>
            <a:pPr lvl="1"/>
            <a:r>
              <a:rPr lang="pt-BR" altLang="pt-BR"/>
              <a:t>Second level</a:t>
            </a:r>
          </a:p>
          <a:p>
            <a:pPr lvl="2"/>
            <a:r>
              <a:rPr lang="pt-BR" altLang="pt-BR"/>
              <a:t>Third level</a:t>
            </a:r>
          </a:p>
          <a:p>
            <a:pPr lvl="3"/>
            <a:r>
              <a:rPr lang="pt-BR" altLang="pt-BR"/>
              <a:t>Fourth level</a:t>
            </a:r>
          </a:p>
          <a:p>
            <a:pPr lvl="4"/>
            <a:r>
              <a:rPr lang="pt-BR" altLang="pt-BR"/>
              <a:t>Fifth level</a:t>
            </a:r>
            <a:endParaRPr lang="en-US" alt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99349967-435C-4177-89FC-1367CEDDB45C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fld id="{8DCCAEEA-3C81-44D9-9567-ADCBD565AE5E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3" r:id="rId1"/>
    <p:sldLayoutId id="2147483824" r:id="rId2"/>
    <p:sldLayoutId id="2147483825" r:id="rId3"/>
    <p:sldLayoutId id="2147483826" r:id="rId4"/>
    <p:sldLayoutId id="2147483827" r:id="rId5"/>
    <p:sldLayoutId id="2147483828" r:id="rId6"/>
    <p:sldLayoutId id="2147483829" r:id="rId7"/>
    <p:sldLayoutId id="2147483830" r:id="rId8"/>
    <p:sldLayoutId id="2147483831" r:id="rId9"/>
    <p:sldLayoutId id="2147483832" r:id="rId10"/>
    <p:sldLayoutId id="2147483833" r:id="rId11"/>
  </p:sldLayoutIdLst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title style</a:t>
            </a:r>
            <a:endParaRPr lang="en-US" altLang="pt-BR"/>
          </a:p>
        </p:txBody>
      </p:sp>
      <p:sp>
        <p:nvSpPr>
          <p:cNvPr id="819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text styles</a:t>
            </a:r>
          </a:p>
          <a:p>
            <a:pPr lvl="1"/>
            <a:r>
              <a:rPr lang="pt-BR" altLang="pt-BR"/>
              <a:t>Second level</a:t>
            </a:r>
          </a:p>
          <a:p>
            <a:pPr lvl="2"/>
            <a:r>
              <a:rPr lang="pt-BR" altLang="pt-BR"/>
              <a:t>Third level</a:t>
            </a:r>
          </a:p>
          <a:p>
            <a:pPr lvl="3"/>
            <a:r>
              <a:rPr lang="pt-BR" altLang="pt-BR"/>
              <a:t>Fourth level</a:t>
            </a:r>
          </a:p>
          <a:p>
            <a:pPr lvl="4"/>
            <a:r>
              <a:rPr lang="pt-BR" altLang="pt-BR"/>
              <a:t>Fifth level</a:t>
            </a:r>
            <a:endParaRPr lang="en-US" alt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554E9B69-25D4-4A48-8440-D19DB38EED41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fld id="{DEA1F41C-6D64-47AA-AA54-682507B8D690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4" r:id="rId1"/>
    <p:sldLayoutId id="2147483835" r:id="rId2"/>
    <p:sldLayoutId id="2147483836" r:id="rId3"/>
    <p:sldLayoutId id="2147483837" r:id="rId4"/>
    <p:sldLayoutId id="2147483838" r:id="rId5"/>
    <p:sldLayoutId id="2147483839" r:id="rId6"/>
    <p:sldLayoutId id="2147483840" r:id="rId7"/>
    <p:sldLayoutId id="2147483841" r:id="rId8"/>
    <p:sldLayoutId id="2147483842" r:id="rId9"/>
    <p:sldLayoutId id="2147483843" r:id="rId10"/>
    <p:sldLayoutId id="2147483844" r:id="rId11"/>
  </p:sldLayoutIdLst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4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4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4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4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hyperlink" Target="https://blog.angularindepth.com/configuring-typescript-compiler-a84ed8f87e3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4.xml"/><Relationship Id="rId6" Type="http://schemas.openxmlformats.org/officeDocument/2006/relationships/hyperlink" Target="http://www.brainbell.com/typescript/data-types-let-var-cons.html" TargetMode="External"/><Relationship Id="rId5" Type="http://schemas.openxmlformats.org/officeDocument/2006/relationships/hyperlink" Target="https://www.typescriptlang.org/docs/handbook/variable-declarations.html" TargetMode="Externa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kleber.nichi\Desktop\PIC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-2939" y="0"/>
            <a:ext cx="9144000" cy="1455515"/>
          </a:xfrm>
          <a:prstGeom prst="rect">
            <a:avLst/>
          </a:prstGeom>
          <a:noFill/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xmlns="" id="{E8B7DEF8-F274-4FB1-961E-BE37BD79FEA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3591" t="22379" r="17690" b="20699"/>
          <a:stretch/>
        </p:blipFill>
        <p:spPr>
          <a:xfrm>
            <a:off x="7624688" y="6035039"/>
            <a:ext cx="1420837" cy="822961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197290" y="404591"/>
            <a:ext cx="65372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b="1" dirty="0" smtClean="0">
                <a:solidFill>
                  <a:schemeClr val="bg1"/>
                </a:solidFill>
              </a:rPr>
              <a:t>PIC ANGULAR 6</a:t>
            </a:r>
            <a:endParaRPr lang="pt-BR" sz="3600" b="1" dirty="0">
              <a:solidFill>
                <a:schemeClr val="bg1"/>
              </a:solidFill>
            </a:endParaRPr>
          </a:p>
        </p:txBody>
      </p:sp>
      <p:sp>
        <p:nvSpPr>
          <p:cNvPr id="9" name="CaixaDeTexto 8"/>
          <p:cNvSpPr txBox="1"/>
          <p:nvPr/>
        </p:nvSpPr>
        <p:spPr>
          <a:xfrm>
            <a:off x="232012" y="3422111"/>
            <a:ext cx="86117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b="1" dirty="0" smtClean="0">
                <a:solidFill>
                  <a:srgbClr val="002060"/>
                </a:solidFill>
              </a:rPr>
              <a:t>Declaração de variáveis TypeScript</a:t>
            </a:r>
            <a:r>
              <a:rPr lang="pt-BR" sz="3600" b="1" dirty="0" smtClean="0">
                <a:solidFill>
                  <a:schemeClr val="bg1"/>
                </a:solidFill>
              </a:rPr>
              <a:t>6</a:t>
            </a:r>
            <a:endParaRPr lang="pt-BR" sz="36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kleber.nichi\Desktop\PIC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709" y="0"/>
            <a:ext cx="9144000" cy="1455515"/>
          </a:xfrm>
          <a:prstGeom prst="rect">
            <a:avLst/>
          </a:prstGeom>
          <a:noFill/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xmlns="" id="{E8B7DEF8-F274-4FB1-961E-BE37BD79FEA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3591" t="22379" r="17690" b="20699"/>
          <a:stretch/>
        </p:blipFill>
        <p:spPr>
          <a:xfrm>
            <a:off x="7624688" y="6035039"/>
            <a:ext cx="1420837" cy="822961"/>
          </a:xfrm>
          <a:prstGeom prst="rect">
            <a:avLst/>
          </a:prstGeom>
        </p:spPr>
      </p:pic>
      <p:sp>
        <p:nvSpPr>
          <p:cNvPr id="5" name="Retângulo 4"/>
          <p:cNvSpPr/>
          <p:nvPr/>
        </p:nvSpPr>
        <p:spPr>
          <a:xfrm>
            <a:off x="3137170" y="266092"/>
            <a:ext cx="533809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/>
            <a:r>
              <a:rPr lang="pt-BR" sz="5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lang="pt-BR" sz="54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</a:t>
            </a:r>
            <a:r>
              <a:rPr lang="pt-BR" sz="5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 </a:t>
            </a:r>
            <a:r>
              <a:rPr lang="pt-BR" sz="5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let</a:t>
            </a:r>
            <a:r>
              <a:rPr lang="pt-BR" sz="5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pt-BR" sz="54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pt-BR" sz="5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pt-BR" sz="5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const</a:t>
            </a:r>
            <a:r>
              <a:rPr lang="pt-BR" sz="5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8" name="CaixaDeTexto 7"/>
          <p:cNvSpPr txBox="1"/>
          <p:nvPr/>
        </p:nvSpPr>
        <p:spPr>
          <a:xfrm>
            <a:off x="163773" y="1455514"/>
            <a:ext cx="8881752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200" b="1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Var</a:t>
            </a:r>
            <a:r>
              <a:rPr lang="pt-BR" sz="22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- </a:t>
            </a:r>
            <a:r>
              <a:rPr lang="pt-BR" sz="22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O escopo de uma variável </a:t>
            </a:r>
            <a:r>
              <a:rPr lang="pt-BR" sz="2200" dirty="0" err="1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JavaScript</a:t>
            </a:r>
            <a:r>
              <a:rPr lang="pt-BR" sz="22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declarada com  </a:t>
            </a:r>
            <a:r>
              <a:rPr lang="pt-BR" sz="22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var engloba o </a:t>
            </a:r>
            <a:r>
              <a:rPr lang="pt-BR" sz="22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seu contexto de execução </a:t>
            </a:r>
            <a:r>
              <a:rPr lang="pt-BR" sz="22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atual.  </a:t>
            </a:r>
            <a:r>
              <a:rPr lang="pt-BR" sz="22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Se </a:t>
            </a:r>
            <a:r>
              <a:rPr lang="pt-BR" sz="22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 mesma for declarada dentro de </a:t>
            </a:r>
            <a:r>
              <a:rPr lang="pt-BR" sz="22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uma </a:t>
            </a:r>
            <a:r>
              <a:rPr lang="pt-BR" sz="2200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função, </a:t>
            </a:r>
            <a:r>
              <a:rPr lang="pt-BR" sz="22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automaticamente é feito a elevação ao topo do contexto da variável (Evento conhecido como </a:t>
            </a:r>
            <a:r>
              <a:rPr lang="pt-BR" sz="2200" dirty="0" err="1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Hosting</a:t>
            </a:r>
            <a:r>
              <a:rPr lang="pt-BR" sz="22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);</a:t>
            </a:r>
          </a:p>
          <a:p>
            <a:endParaRPr lang="pt-BR" sz="2200" dirty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b="1" dirty="0" err="1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Let</a:t>
            </a:r>
            <a:r>
              <a:rPr lang="pt-BR" sz="22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- </a:t>
            </a:r>
            <a:r>
              <a:rPr lang="pt-BR" sz="22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  instrução </a:t>
            </a:r>
            <a:r>
              <a:rPr lang="pt-BR" sz="2200" b="1" dirty="0" err="1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let</a:t>
            </a:r>
            <a:r>
              <a:rPr lang="pt-BR" sz="22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 declara uma variável local em um escopo de bloco. É semelhante ao </a:t>
            </a:r>
            <a:r>
              <a:rPr lang="pt-BR" sz="22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var,</a:t>
            </a:r>
            <a:r>
              <a:rPr lang="pt-BR" sz="22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 </a:t>
            </a:r>
            <a:r>
              <a:rPr lang="pt-BR" sz="22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em</a:t>
            </a:r>
            <a:r>
              <a:rPr lang="pt-BR" sz="22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 </a:t>
            </a:r>
            <a:r>
              <a:rPr lang="pt-BR" sz="22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que </a:t>
            </a:r>
            <a:r>
              <a:rPr lang="pt-BR" sz="22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podemos, opcionalmente, inicializar a variável</a:t>
            </a:r>
            <a:r>
              <a:rPr lang="pt-BR" sz="22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 </a:t>
            </a:r>
            <a:r>
              <a:rPr lang="pt-BR" sz="22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 instrução </a:t>
            </a:r>
            <a:r>
              <a:rPr lang="pt-BR" sz="2200" dirty="0" err="1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let</a:t>
            </a:r>
            <a:r>
              <a:rPr lang="pt-BR" sz="22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permite criar uma variável com o escopo limitado ao bloco no qual ela é </a:t>
            </a:r>
            <a:r>
              <a:rPr lang="pt-BR" sz="22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usada.</a:t>
            </a:r>
          </a:p>
          <a:p>
            <a:endParaRPr lang="pt-BR" sz="2200" dirty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b="1" dirty="0" err="1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Const</a:t>
            </a:r>
            <a:r>
              <a:rPr lang="pt-BR" sz="22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- </a:t>
            </a:r>
            <a:r>
              <a:rPr lang="pt-BR" sz="22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Os valores da declaração </a:t>
            </a:r>
            <a:r>
              <a:rPr lang="pt-BR" sz="2200" b="1" dirty="0" err="1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const</a:t>
            </a:r>
            <a:r>
              <a:rPr lang="pt-BR" sz="22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podem ser </a:t>
            </a:r>
            <a:r>
              <a:rPr lang="pt-BR" sz="22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inicializados uma </a:t>
            </a:r>
            <a:r>
              <a:rPr lang="pt-BR" sz="22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vez e não podem ser </a:t>
            </a:r>
            <a:r>
              <a:rPr lang="pt-BR" sz="22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alterados.</a:t>
            </a:r>
            <a:r>
              <a:rPr lang="pt-BR" sz="22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 O escopo da declaração </a:t>
            </a:r>
            <a:r>
              <a:rPr lang="pt-BR" sz="2200" b="1" dirty="0" err="1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const</a:t>
            </a:r>
            <a:r>
              <a:rPr lang="pt-BR" sz="22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funciona de maneira semelhante às instruções </a:t>
            </a:r>
            <a:r>
              <a:rPr lang="pt-BR" sz="2200" b="1" dirty="0" err="1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let</a:t>
            </a:r>
            <a:r>
              <a:rPr lang="pt-BR" sz="2200" b="1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pt-BR" sz="2200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(Limitado ao bloco).</a:t>
            </a:r>
            <a:endParaRPr lang="pt-BR" sz="2200" dirty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61034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kleber.nichi\Desktop\PIC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709" y="0"/>
            <a:ext cx="9144000" cy="1455515"/>
          </a:xfrm>
          <a:prstGeom prst="rect">
            <a:avLst/>
          </a:prstGeom>
          <a:noFill/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xmlns="" id="{E8B7DEF8-F274-4FB1-961E-BE37BD79FEA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3591" t="22379" r="17690" b="20699"/>
          <a:stretch/>
        </p:blipFill>
        <p:spPr>
          <a:xfrm>
            <a:off x="7624688" y="6035039"/>
            <a:ext cx="1420837" cy="822961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006221" y="193630"/>
            <a:ext cx="6886957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Variável </a:t>
            </a:r>
            <a:r>
              <a:rPr lang="pt-BR" sz="3000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readonly</a:t>
            </a:r>
            <a:r>
              <a:rPr lang="pt-BR" sz="30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pt-BR" sz="3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pt-BR" sz="3600" b="1" dirty="0" smtClean="0">
              <a:solidFill>
                <a:schemeClr val="bg1"/>
              </a:solidFill>
            </a:endParaRPr>
          </a:p>
          <a:p>
            <a:pPr algn="ctr"/>
            <a:endParaRPr lang="pt-BR" sz="3600" b="1" dirty="0">
              <a:solidFill>
                <a:schemeClr val="bg1"/>
              </a:solidFill>
            </a:endParaRPr>
          </a:p>
        </p:txBody>
      </p:sp>
      <p:sp>
        <p:nvSpPr>
          <p:cNvPr id="8" name="CaixaDeTexto 7"/>
          <p:cNvSpPr txBox="1"/>
          <p:nvPr/>
        </p:nvSpPr>
        <p:spPr>
          <a:xfrm>
            <a:off x="141833" y="2255731"/>
            <a:ext cx="88817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b="1" dirty="0" err="1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static</a:t>
            </a:r>
            <a:r>
              <a:rPr lang="pt-BR" sz="2400" b="1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pt-BR" sz="2400" b="1" dirty="0" err="1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readonly</a:t>
            </a:r>
            <a:r>
              <a:rPr lang="pt-BR" sz="2400" b="1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pt-BR" sz="2400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– Variável final estática de escopo da classe;</a:t>
            </a:r>
            <a:endParaRPr lang="pt-BR" sz="2400" dirty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85389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kleber.nichi\Desktop\PIC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709" y="0"/>
            <a:ext cx="9144000" cy="1455515"/>
          </a:xfrm>
          <a:prstGeom prst="rect">
            <a:avLst/>
          </a:prstGeom>
          <a:noFill/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xmlns="" id="{E8B7DEF8-F274-4FB1-961E-BE37BD79FEA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3591" t="22379" r="17690" b="20699"/>
          <a:stretch/>
        </p:blipFill>
        <p:spPr>
          <a:xfrm>
            <a:off x="7624688" y="6035039"/>
            <a:ext cx="1420837" cy="822961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197290" y="404591"/>
            <a:ext cx="65372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b="1" dirty="0" err="1" smtClean="0">
                <a:solidFill>
                  <a:schemeClr val="bg1"/>
                </a:solidFill>
              </a:rPr>
              <a:t>Lifecycle</a:t>
            </a:r>
            <a:r>
              <a:rPr lang="pt-BR" sz="3600" b="1" dirty="0" smtClean="0">
                <a:solidFill>
                  <a:schemeClr val="bg1"/>
                </a:solidFill>
              </a:rPr>
              <a:t> </a:t>
            </a:r>
            <a:r>
              <a:rPr lang="pt-BR" sz="3600" b="1" dirty="0" err="1" smtClean="0">
                <a:solidFill>
                  <a:schemeClr val="bg1"/>
                </a:solidFill>
              </a:rPr>
              <a:t>Hooks</a:t>
            </a:r>
            <a:endParaRPr lang="pt-BR" sz="3600" b="1" dirty="0">
              <a:solidFill>
                <a:schemeClr val="bg1"/>
              </a:solidFill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2197290" y="3237445"/>
            <a:ext cx="483130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	</a:t>
            </a:r>
            <a:r>
              <a:rPr lang="pt-BR" sz="2800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Acompanhar no VS </a:t>
            </a:r>
            <a:r>
              <a:rPr lang="pt-BR" sz="2800" dirty="0" err="1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Code</a:t>
            </a:r>
            <a:endParaRPr lang="pt-BR" sz="2800" dirty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702383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kleber.nichi\Desktop\PIC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709" y="0"/>
            <a:ext cx="9144000" cy="1455515"/>
          </a:xfrm>
          <a:prstGeom prst="rect">
            <a:avLst/>
          </a:prstGeom>
          <a:noFill/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xmlns="" id="{E8B7DEF8-F274-4FB1-961E-BE37BD79FEA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3591" t="22379" r="17690" b="20699"/>
          <a:stretch/>
        </p:blipFill>
        <p:spPr>
          <a:xfrm>
            <a:off x="7624688" y="6035039"/>
            <a:ext cx="1420837" cy="822961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197290" y="404591"/>
            <a:ext cx="65372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b="1" dirty="0" smtClean="0">
                <a:solidFill>
                  <a:schemeClr val="bg1"/>
                </a:solidFill>
              </a:rPr>
              <a:t>Referências</a:t>
            </a:r>
            <a:endParaRPr lang="pt-BR" sz="3600" b="1" dirty="0">
              <a:solidFill>
                <a:schemeClr val="bg1"/>
              </a:solidFill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136478" y="1719619"/>
            <a:ext cx="8909047" cy="5539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 err="1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Variable</a:t>
            </a:r>
            <a:r>
              <a:rPr lang="pt-BR" sz="28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pt-BR" sz="2800" dirty="0" err="1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Declaration</a:t>
            </a:r>
            <a:r>
              <a:rPr lang="pt-BR" sz="28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– </a:t>
            </a:r>
          </a:p>
          <a:p>
            <a:r>
              <a:rPr lang="pt-BR" sz="2800" dirty="0">
                <a:hlinkClick r:id="rId5"/>
              </a:rPr>
              <a:t>https://</a:t>
            </a:r>
            <a:r>
              <a:rPr lang="pt-BR" sz="2800" dirty="0" smtClean="0">
                <a:hlinkClick r:id="rId5"/>
              </a:rPr>
              <a:t>www.typescriptlang.org/docs/handbook/variable-declarations.html</a:t>
            </a:r>
            <a:endParaRPr lang="pt-BR" sz="2800" dirty="0" smtClean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pt-BR" sz="2800" dirty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pt-BR" sz="2800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Data </a:t>
            </a:r>
            <a:r>
              <a:rPr lang="pt-BR" sz="2800" dirty="0" err="1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Types</a:t>
            </a:r>
            <a:r>
              <a:rPr lang="pt-BR" sz="28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-</a:t>
            </a:r>
            <a:endParaRPr lang="pt-BR" sz="2800" dirty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pt-BR" sz="2800" dirty="0">
                <a:hlinkClick r:id="rId6"/>
              </a:rPr>
              <a:t>http://</a:t>
            </a:r>
            <a:r>
              <a:rPr lang="pt-BR" sz="2800" dirty="0" smtClean="0">
                <a:hlinkClick r:id="rId6"/>
              </a:rPr>
              <a:t>www.brainbell.com/typescript/data-types-let-var-cons.html</a:t>
            </a:r>
            <a:endParaRPr lang="pt-BR" sz="2800" dirty="0" smtClean="0"/>
          </a:p>
          <a:p>
            <a:endParaRPr lang="pt-BR" sz="2800" dirty="0" smtClean="0"/>
          </a:p>
          <a:p>
            <a:r>
              <a:rPr lang="pt-BR" sz="2800" dirty="0" err="1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Tsconfig.json</a:t>
            </a:r>
            <a:r>
              <a:rPr lang="pt-BR" sz="28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- </a:t>
            </a:r>
            <a:r>
              <a:rPr lang="pt-BR" sz="2800" dirty="0">
                <a:hlinkClick r:id="rId7"/>
              </a:rPr>
              <a:t>https://blog.angularindepth.com/configuring-typescript-compiler-a84ed8f87e3</a:t>
            </a:r>
            <a:endParaRPr lang="pt-BR" sz="2800" dirty="0"/>
          </a:p>
          <a:p>
            <a:endParaRPr lang="pt-BR" sz="28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745199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anac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anac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1_anac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2_anac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3_anac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6.xml><?xml version="1.0" encoding="utf-8"?>
<a:theme xmlns:a="http://schemas.openxmlformats.org/drawingml/2006/main" name="4_anac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7.xml><?xml version="1.0" encoding="utf-8"?>
<a:theme xmlns:a="http://schemas.openxmlformats.org/drawingml/2006/main" name="5_anac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8.xml><?xml version="1.0" encoding="utf-8"?>
<a:theme xmlns:a="http://schemas.openxmlformats.org/drawingml/2006/main" name="6_anac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9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anac2.thmx</Template>
  <TotalTime>4115</TotalTime>
  <Words>57</Words>
  <Application>Microsoft Office PowerPoint</Application>
  <PresentationFormat>Apresentação na tela (4:3)</PresentationFormat>
  <Paragraphs>25</Paragraphs>
  <Slides>5</Slides>
  <Notes>5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8</vt:i4>
      </vt:variant>
      <vt:variant>
        <vt:lpstr>Títulos de slides</vt:lpstr>
      </vt:variant>
      <vt:variant>
        <vt:i4>5</vt:i4>
      </vt:variant>
    </vt:vector>
  </HeadingPairs>
  <TitlesOfParts>
    <vt:vector size="15" baseType="lpstr">
      <vt:lpstr>Arial</vt:lpstr>
      <vt:lpstr>Calibri</vt:lpstr>
      <vt:lpstr>anac2</vt:lpstr>
      <vt:lpstr>anac1</vt:lpstr>
      <vt:lpstr>1_anac1</vt:lpstr>
      <vt:lpstr>2_anac1</vt:lpstr>
      <vt:lpstr>3_anac1</vt:lpstr>
      <vt:lpstr>4_anac1</vt:lpstr>
      <vt:lpstr>5_anac1</vt:lpstr>
      <vt:lpstr>6_anac1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Escola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Isabela Brumana</dc:creator>
  <cp:lastModifiedBy>Usuário do Windows</cp:lastModifiedBy>
  <cp:revision>241</cp:revision>
  <dcterms:created xsi:type="dcterms:W3CDTF">2011-03-17T17:31:18Z</dcterms:created>
  <dcterms:modified xsi:type="dcterms:W3CDTF">2018-09-11T03:00:50Z</dcterms:modified>
</cp:coreProperties>
</file>