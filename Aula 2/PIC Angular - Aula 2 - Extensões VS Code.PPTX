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2"/>
  </p:notesMasterIdLst>
  <p:sldIdLst>
    <p:sldId id="256" r:id="rId9"/>
    <p:sldId id="269" r:id="rId10"/>
    <p:sldId id="271" r:id="rId11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11/09/2018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089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hyperlink" Target="https://medium.com/codigorefinado/as-melhores-extens%C3%B5es-para-visual-studio-code-para-se-trabalhar-com-angular-da044ed6d0d0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code.visualstudio.com/docs/getstarted/keybindings#_customizing-shortcu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onebitcode.com/visual-studio-code/" TargetMode="External"/><Relationship Id="rId5" Type="http://schemas.openxmlformats.org/officeDocument/2006/relationships/hyperlink" Target="https://medium.com/codigorefinado/as-melhores-extens%C3%B5es-para-visual-studio-code-para-se-trabalhar-com-angular-da044ed6d0d0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65645" y="2152715"/>
            <a:ext cx="7769461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Principais extensões para Visual 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Studio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Atalhos VS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Pesquisar no próprio arquivo: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ctrl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f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Pesquisar na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solution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inteira: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ctrl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shift + f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Pesquisar nome de arquivo: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ctrl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p</a:t>
            </a:r>
          </a:p>
          <a:p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Identar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código no arquivo: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shift + f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Comentar código selecionado: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ctrl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;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Salvar arquivo: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ctrl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s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Lifecycle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Hooks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197290" y="3237445"/>
            <a:ext cx="48313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Acompanhar no VS </a:t>
            </a:r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02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22829" y="1860106"/>
            <a:ext cx="8922695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/>
              <a:t>VS </a:t>
            </a:r>
            <a:r>
              <a:rPr lang="pt-BR" sz="2400" dirty="0" err="1" smtClean="0"/>
              <a:t>Code</a:t>
            </a:r>
            <a:r>
              <a:rPr lang="pt-BR" sz="2400" dirty="0" smtClean="0"/>
              <a:t> Extensões - </a:t>
            </a:r>
            <a:r>
              <a:rPr lang="pt-BR" sz="2400" dirty="0" smtClean="0">
                <a:hlinkClick r:id="rId5"/>
              </a:rPr>
              <a:t>https</a:t>
            </a:r>
            <a:r>
              <a:rPr lang="pt-BR" sz="2400" dirty="0">
                <a:hlinkClick r:id="rId5"/>
              </a:rPr>
              <a:t>://</a:t>
            </a:r>
            <a:r>
              <a:rPr lang="pt-BR" sz="2400" dirty="0" smtClean="0">
                <a:hlinkClick r:id="rId5"/>
              </a:rPr>
              <a:t>medium.com/codigorefinado/as-melhores-extens%C3%B5es-para-visual-studio-code-para-se-trabalhar-com-angular-da044ed6d0d0</a:t>
            </a:r>
            <a:endParaRPr lang="pt-BR" sz="2400" dirty="0" smtClean="0"/>
          </a:p>
          <a:p>
            <a:endParaRPr lang="pt-BR" sz="2400" dirty="0"/>
          </a:p>
          <a:p>
            <a:r>
              <a:rPr lang="pt-BR" sz="2400" dirty="0" smtClean="0"/>
              <a:t>Dominando VS </a:t>
            </a:r>
            <a:r>
              <a:rPr lang="pt-BR" sz="2400" dirty="0" err="1" smtClean="0"/>
              <a:t>Code</a:t>
            </a:r>
            <a:r>
              <a:rPr lang="pt-BR" sz="2400" dirty="0"/>
              <a:t> - </a:t>
            </a:r>
            <a:r>
              <a:rPr lang="pt-BR" sz="2400" dirty="0">
                <a:hlinkClick r:id="rId6"/>
              </a:rPr>
              <a:t>https://onebitcode.com/visual-studio-code</a:t>
            </a:r>
            <a:r>
              <a:rPr lang="pt-BR" sz="2400" dirty="0" smtClean="0">
                <a:hlinkClick r:id="rId6"/>
              </a:rPr>
              <a:t>/</a:t>
            </a:r>
            <a:endParaRPr lang="pt-BR" sz="2400" dirty="0" smtClean="0"/>
          </a:p>
          <a:p>
            <a:endParaRPr lang="pt-BR" sz="2400" dirty="0"/>
          </a:p>
          <a:p>
            <a:r>
              <a:rPr lang="pt-BR" sz="2400" dirty="0" smtClean="0"/>
              <a:t>Atalhos VS </a:t>
            </a:r>
            <a:r>
              <a:rPr lang="pt-BR" sz="2400" dirty="0" err="1" smtClean="0"/>
              <a:t>Code</a:t>
            </a:r>
            <a:r>
              <a:rPr lang="pt-BR" sz="2400" dirty="0"/>
              <a:t> - </a:t>
            </a:r>
            <a:r>
              <a:rPr lang="pt-BR" sz="2400" dirty="0">
                <a:hlinkClick r:id="rId7"/>
              </a:rPr>
              <a:t>https://code.visualstudio.com/docs/getstarted/keybindings#_</a:t>
            </a:r>
            <a:r>
              <a:rPr lang="pt-BR" sz="2400" dirty="0" smtClean="0">
                <a:hlinkClick r:id="rId7"/>
              </a:rPr>
              <a:t>customizing-shortcuts</a:t>
            </a:r>
            <a:endParaRPr lang="pt-BR" sz="2400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51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4165</TotalTime>
  <Words>91</Words>
  <Application>Microsoft Office PowerPoint</Application>
  <PresentationFormat>Apresentação na tela (4:3)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3</vt:i4>
      </vt:variant>
    </vt:vector>
  </HeadingPairs>
  <TitlesOfParts>
    <vt:vector size="13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242</cp:revision>
  <dcterms:created xsi:type="dcterms:W3CDTF">2011-03-17T17:31:18Z</dcterms:created>
  <dcterms:modified xsi:type="dcterms:W3CDTF">2018-09-11T17:43:48Z</dcterms:modified>
</cp:coreProperties>
</file>