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1"/>
  </p:notesMasterIdLst>
  <p:sldIdLst>
    <p:sldId id="256" r:id="rId9"/>
    <p:sldId id="257" r:id="rId10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pPr/>
              <a:t>02/10/2018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d3r.com.br/portal/courses/ecmascript-2015-12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www.cod3r.com.br/portal/courses/curso-de-angular-4---construindo-aplica%C3%A7%C3%B5es-web-com-o-novo-angular-19?utm_source=adwords&amp;utm_medium=cpc&amp;utm_campaign=angular&amp;gclid=Cj0KCQjwrszdBRDWARIsAEEYhrfJUBqHL_PrrrNM7W3JqPdNV_0eCr4toWTDGvk-lUGguyXYoIusKOYaAkYhEALw_wc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www.udemy.com/angular-5-jwt-spring-rest/learn/v4/" TargetMode="External"/><Relationship Id="rId5" Type="http://schemas.openxmlformats.org/officeDocument/2006/relationships/hyperlink" Target="https://www.udemy.com/curso-de-desenvolvimento-web-com-es6-typescript-e-angular-4/" TargetMode="External"/><Relationship Id="rId10" Type="http://schemas.openxmlformats.org/officeDocument/2006/relationships/hyperlink" Target="https://loiane.training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cod3r.com.br/portal/courses/dicas-de-javascript-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4732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Próximos Passos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9947" y="1460247"/>
            <a:ext cx="90455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err="1" smtClean="0"/>
              <a:t>Udemy</a:t>
            </a:r>
            <a:endParaRPr lang="pt-BR" sz="2800" dirty="0" smtClean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800" dirty="0" smtClean="0">
                <a:hlinkClick r:id="rId5"/>
              </a:rPr>
              <a:t>Desenvolvimento Web com ES6, </a:t>
            </a:r>
            <a:r>
              <a:rPr lang="pt-BR" sz="2800" dirty="0" err="1" smtClean="0">
                <a:hlinkClick r:id="rId5"/>
              </a:rPr>
              <a:t>Tyscript</a:t>
            </a:r>
            <a:r>
              <a:rPr lang="pt-BR" sz="2800" dirty="0" smtClean="0">
                <a:hlinkClick r:id="rId5"/>
              </a:rPr>
              <a:t> e Angular</a:t>
            </a:r>
            <a:endParaRPr lang="pt-BR" sz="2800" dirty="0" smtClean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800" dirty="0" smtClean="0">
                <a:hlinkClick r:id="rId6"/>
              </a:rPr>
              <a:t>Angular </a:t>
            </a:r>
            <a:r>
              <a:rPr lang="pt-BR" sz="2800" dirty="0">
                <a:hlinkClick r:id="rId6"/>
              </a:rPr>
              <a:t>5, JWT e Spring Boot</a:t>
            </a:r>
            <a:endParaRPr lang="pt-BR" sz="2800" dirty="0"/>
          </a:p>
          <a:p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Cod3r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800" dirty="0" smtClean="0">
                <a:hlinkClick r:id="rId7"/>
              </a:rPr>
              <a:t>Angular 4 Construindo Aplicações Web</a:t>
            </a:r>
            <a:endParaRPr lang="pt-BR" sz="2800" dirty="0" smtClean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800" dirty="0" err="1" smtClean="0">
                <a:hlinkClick r:id="rId8"/>
              </a:rPr>
              <a:t>ECMAScript</a:t>
            </a:r>
            <a:r>
              <a:rPr lang="pt-BR" sz="2800" dirty="0" smtClean="0">
                <a:hlinkClick r:id="rId8"/>
              </a:rPr>
              <a:t> </a:t>
            </a:r>
            <a:r>
              <a:rPr lang="pt-BR" sz="2800" dirty="0">
                <a:hlinkClick r:id="rId8"/>
              </a:rPr>
              <a:t>2015 (ES6</a:t>
            </a:r>
            <a:r>
              <a:rPr lang="pt-BR" sz="2800" dirty="0" smtClean="0">
                <a:hlinkClick r:id="rId8"/>
              </a:rPr>
              <a:t>)</a:t>
            </a:r>
            <a:endParaRPr lang="pt-BR" sz="2800" dirty="0" smtClean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800" dirty="0" smtClean="0">
                <a:hlinkClick r:id="rId9"/>
              </a:rPr>
              <a:t>Dicas </a:t>
            </a:r>
            <a:r>
              <a:rPr lang="pt-BR" sz="2800" dirty="0">
                <a:hlinkClick r:id="rId9"/>
              </a:rPr>
              <a:t>de </a:t>
            </a:r>
            <a:r>
              <a:rPr lang="pt-BR" sz="2800" dirty="0" err="1" smtClean="0">
                <a:hlinkClick r:id="rId9"/>
              </a:rPr>
              <a:t>JavaScript</a:t>
            </a:r>
            <a:endParaRPr lang="pt-BR" sz="2800" dirty="0"/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 smtClean="0"/>
              <a:t>Loiane</a:t>
            </a:r>
            <a:r>
              <a:rPr lang="pt-BR" sz="2800" dirty="0" smtClean="0"/>
              <a:t> Training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800" dirty="0">
                <a:hlinkClick r:id="rId10"/>
              </a:rPr>
              <a:t>https://loiane.training</a:t>
            </a:r>
            <a:r>
              <a:rPr lang="pt-BR" sz="2800" dirty="0" smtClean="0">
                <a:hlinkClick r:id="rId10"/>
              </a:rPr>
              <a:t>/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4411</TotalTime>
  <Words>43</Words>
  <Application>Microsoft Office PowerPoint</Application>
  <PresentationFormat>Apresentação na tela (4:3)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</vt:i4>
      </vt:variant>
    </vt:vector>
  </HeadingPairs>
  <TitlesOfParts>
    <vt:vector size="13" baseType="lpstr">
      <vt:lpstr>Arial</vt:lpstr>
      <vt:lpstr>Calibri</vt:lpstr>
      <vt:lpstr>Wingdings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302</cp:revision>
  <dcterms:created xsi:type="dcterms:W3CDTF">2011-03-17T17:31:18Z</dcterms:created>
  <dcterms:modified xsi:type="dcterms:W3CDTF">2018-10-03T01:30:03Z</dcterms:modified>
</cp:coreProperties>
</file>