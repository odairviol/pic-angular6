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4"/>
  </p:notesMasterIdLst>
  <p:sldIdLst>
    <p:sldId id="256" r:id="rId9"/>
    <p:sldId id="257" r:id="rId10"/>
    <p:sldId id="262" r:id="rId11"/>
    <p:sldId id="263" r:id="rId12"/>
    <p:sldId id="261" r:id="rId1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449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278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ngular.io/guide/styleguide#!#application-structure-and-angular-modules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www.brunobrito.net.br/estruturando-components-angula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imasters.com.br/front-end/angular-6-lazy-loading" TargetMode="External"/><Relationship Id="rId5" Type="http://schemas.openxmlformats.org/officeDocument/2006/relationships/hyperlink" Target="https://angular.io/guide/lazy-loading-ngmodules" TargetMode="External"/><Relationship Id="rId10" Type="http://schemas.openxmlformats.org/officeDocument/2006/relationships/hyperlink" Target="https://www.youtube.com/watch?v=glOJxHDkdnQ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youtube.com/watch?v=P4GYpzNNEw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Módulos – </a:t>
            </a:r>
            <a:r>
              <a:rPr lang="pt-BR" sz="3600" b="1" dirty="0" err="1" smtClean="0">
                <a:solidFill>
                  <a:schemeClr val="bg1"/>
                </a:solidFill>
              </a:rPr>
              <a:t>Lazy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Load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2001335"/>
            <a:ext cx="90455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Organiza a </a:t>
            </a:r>
            <a:r>
              <a:rPr lang="pt-BR" sz="2800" dirty="0" err="1" smtClean="0"/>
              <a:t>estruta</a:t>
            </a:r>
            <a:r>
              <a:rPr lang="pt-BR" sz="2800" dirty="0" smtClean="0"/>
              <a:t> do projeto em médias e grandes aplicações;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Ajuda a diminuir a inicialização da aplicação;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Carrega os componentes sobre demanda;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O carregamento é feito apenas quando o usuário acesso a rota do componente(s);</a:t>
            </a:r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Módulos – </a:t>
            </a:r>
            <a:r>
              <a:rPr lang="pt-BR" sz="3600" b="1" dirty="0" err="1" smtClean="0">
                <a:solidFill>
                  <a:schemeClr val="bg1"/>
                </a:solidFill>
              </a:rPr>
              <a:t>Lazy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Load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1710701"/>
            <a:ext cx="90455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Para </a:t>
            </a:r>
            <a:r>
              <a:rPr lang="pt-BR" sz="2800" dirty="0"/>
              <a:t>obter esse benefício devemos agrupar nossos componentes em módulos </a:t>
            </a:r>
            <a:r>
              <a:rPr lang="pt-BR" sz="2800" dirty="0" smtClean="0"/>
              <a:t>específicos.</a:t>
            </a:r>
            <a:endParaRPr lang="pt-BR" sz="2800" dirty="0"/>
          </a:p>
          <a:p>
            <a:endParaRPr lang="pt-BR" sz="2800" dirty="0" smtClean="0"/>
          </a:p>
          <a:p>
            <a:pPr lvl="1"/>
            <a:r>
              <a:rPr lang="pt-BR" sz="2800" u="sng" dirty="0" err="1" smtClean="0"/>
              <a:t>Refatoração</a:t>
            </a:r>
            <a:r>
              <a:rPr lang="pt-BR" sz="2800" dirty="0" smtClean="0"/>
              <a:t>:</a:t>
            </a:r>
          </a:p>
          <a:p>
            <a:pPr lvl="1"/>
            <a:r>
              <a:rPr lang="pt-BR" sz="2800" dirty="0" smtClean="0"/>
              <a:t>1° </a:t>
            </a:r>
            <a:r>
              <a:rPr lang="pt-BR" sz="2800" dirty="0"/>
              <a:t>- Criar </a:t>
            </a:r>
            <a:r>
              <a:rPr lang="pt-BR" sz="2800" dirty="0" err="1"/>
              <a:t>feature</a:t>
            </a:r>
            <a:r>
              <a:rPr lang="pt-BR" sz="2800" dirty="0"/>
              <a:t> modules para agrupar nossos componentes</a:t>
            </a:r>
            <a:r>
              <a:rPr lang="pt-BR" sz="2800" dirty="0" smtClean="0"/>
              <a:t>;</a:t>
            </a:r>
          </a:p>
          <a:p>
            <a:pPr lvl="1"/>
            <a:endParaRPr lang="pt-BR" sz="2800" dirty="0" smtClean="0"/>
          </a:p>
          <a:p>
            <a:pPr lvl="1"/>
            <a:r>
              <a:rPr lang="pt-BR" sz="2800" dirty="0"/>
              <a:t>2</a:t>
            </a:r>
            <a:r>
              <a:rPr lang="pt-BR" sz="2800" dirty="0" smtClean="0"/>
              <a:t>° - Retirar os componentes do </a:t>
            </a:r>
            <a:r>
              <a:rPr lang="pt-BR" sz="2800" dirty="0" err="1" smtClean="0"/>
              <a:t>app.module.ts</a:t>
            </a:r>
            <a:r>
              <a:rPr lang="pt-BR" sz="2800" dirty="0" smtClean="0"/>
              <a:t>;</a:t>
            </a:r>
          </a:p>
          <a:p>
            <a:pPr lvl="1"/>
            <a:endParaRPr lang="pt-BR" sz="2800" dirty="0" smtClean="0"/>
          </a:p>
          <a:p>
            <a:pPr lvl="1"/>
            <a:r>
              <a:rPr lang="pt-BR" sz="2800" dirty="0" smtClean="0"/>
              <a:t>3° - Adicionar os componentes no </a:t>
            </a:r>
            <a:r>
              <a:rPr lang="pt-BR" sz="2800" dirty="0" err="1" smtClean="0"/>
              <a:t>feature</a:t>
            </a:r>
            <a:r>
              <a:rPr lang="pt-BR" sz="2800" dirty="0" smtClean="0"/>
              <a:t> module.</a:t>
            </a:r>
            <a:endParaRPr lang="pt-BR" sz="28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831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Módulos – </a:t>
            </a:r>
            <a:r>
              <a:rPr lang="pt-BR" sz="3600" b="1" dirty="0" err="1" smtClean="0">
                <a:solidFill>
                  <a:schemeClr val="bg1"/>
                </a:solidFill>
              </a:rPr>
              <a:t>Lazy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Load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9184" y="1705815"/>
            <a:ext cx="9045525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/>
              <a:t>	</a:t>
            </a:r>
            <a:r>
              <a:rPr lang="pt-BR" sz="2800" dirty="0" smtClean="0"/>
              <a:t>3° - Navegar até o diretório do componente 	anúncios.</a:t>
            </a:r>
          </a:p>
          <a:p>
            <a:endParaRPr lang="pt-BR" sz="2800" dirty="0" smtClean="0"/>
          </a:p>
          <a:p>
            <a:r>
              <a:rPr lang="pt-BR" sz="2800" dirty="0" smtClean="0"/>
              <a:t>	Comandos:</a:t>
            </a:r>
          </a:p>
          <a:p>
            <a:endParaRPr lang="pt-BR" sz="2800" dirty="0" smtClean="0"/>
          </a:p>
          <a:p>
            <a:r>
              <a:rPr lang="pt-BR" sz="2600" b="1" dirty="0" smtClean="0"/>
              <a:t>	</a:t>
            </a:r>
            <a:r>
              <a:rPr lang="en-US" sz="2700" b="1" dirty="0" err="1"/>
              <a:t>ng</a:t>
            </a:r>
            <a:r>
              <a:rPr lang="en-US" sz="2700" b="1" dirty="0"/>
              <a:t> </a:t>
            </a:r>
            <a:r>
              <a:rPr lang="en-US" sz="2700" b="1" dirty="0" smtClean="0"/>
              <a:t>g </a:t>
            </a:r>
            <a:r>
              <a:rPr lang="en-US" sz="2700" b="1" dirty="0"/>
              <a:t>module </a:t>
            </a:r>
            <a:r>
              <a:rPr lang="en-US" sz="2700" b="1" dirty="0" err="1" smtClean="0"/>
              <a:t>anuncio</a:t>
            </a:r>
            <a:r>
              <a:rPr lang="en-US" sz="2700" b="1" dirty="0" smtClean="0"/>
              <a:t>  --routing --spec=false</a:t>
            </a:r>
            <a:endParaRPr lang="pt-BR" sz="2700" b="1" dirty="0"/>
          </a:p>
        </p:txBody>
      </p:sp>
    </p:spTree>
    <p:extLst>
      <p:ext uri="{BB962C8B-B14F-4D97-AF65-F5344CB8AC3E}">
        <p14:creationId xmlns:p14="http://schemas.microsoft.com/office/powerpoint/2010/main" val="288840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33" y="0"/>
            <a:ext cx="8977288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95533" y="1455515"/>
            <a:ext cx="9048467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smtClean="0"/>
              <a:t>Angular.io </a:t>
            </a:r>
            <a:r>
              <a:rPr lang="pt-BR" sz="2500" dirty="0" err="1" smtClean="0"/>
              <a:t>Lazy-Loading</a:t>
            </a:r>
            <a:r>
              <a:rPr lang="pt-BR" sz="2500" dirty="0" smtClean="0"/>
              <a:t> - </a:t>
            </a:r>
            <a:r>
              <a:rPr lang="pt-BR" dirty="0" smtClean="0">
                <a:hlinkClick r:id="rId5"/>
              </a:rPr>
              <a:t>https</a:t>
            </a:r>
            <a:r>
              <a:rPr lang="pt-BR" dirty="0">
                <a:hlinkClick r:id="rId5"/>
              </a:rPr>
              <a:t>://</a:t>
            </a:r>
            <a:r>
              <a:rPr lang="pt-BR" dirty="0">
                <a:hlinkClick r:id="rId5"/>
              </a:rPr>
              <a:t>angular.io/guide/lazy-loading-ngmodules</a:t>
            </a:r>
            <a:endParaRPr lang="pt-BR" dirty="0"/>
          </a:p>
          <a:p>
            <a:endParaRPr lang="pt-BR" sz="2500" dirty="0"/>
          </a:p>
          <a:p>
            <a:r>
              <a:rPr lang="pt-BR" sz="2500" dirty="0" smtClean="0"/>
              <a:t>Angular </a:t>
            </a:r>
            <a:r>
              <a:rPr lang="pt-BR" sz="2500" dirty="0"/>
              <a:t>6 </a:t>
            </a:r>
            <a:r>
              <a:rPr lang="pt-BR" sz="2500" dirty="0" err="1"/>
              <a:t>Lazy-Loading</a:t>
            </a:r>
            <a:r>
              <a:rPr lang="pt-BR" sz="2500" dirty="0"/>
              <a:t> </a:t>
            </a:r>
            <a:r>
              <a:rPr lang="pt-BR" dirty="0" smtClean="0"/>
              <a:t>- </a:t>
            </a:r>
            <a:r>
              <a:rPr lang="pt-BR" dirty="0" smtClean="0">
                <a:hlinkClick r:id="rId6"/>
              </a:rPr>
              <a:t>https</a:t>
            </a:r>
            <a:r>
              <a:rPr lang="pt-BR" dirty="0">
                <a:hlinkClick r:id="rId6"/>
              </a:rPr>
              <a:t>://</a:t>
            </a:r>
            <a:r>
              <a:rPr lang="pt-BR" dirty="0" smtClean="0">
                <a:hlinkClick r:id="rId6"/>
              </a:rPr>
              <a:t>imasters.com.br/front-end/angular-6-lazy-loading</a:t>
            </a:r>
            <a:endParaRPr lang="pt-BR" dirty="0" smtClean="0"/>
          </a:p>
          <a:p>
            <a:endParaRPr lang="pt-BR" dirty="0" smtClean="0"/>
          </a:p>
          <a:p>
            <a:r>
              <a:rPr lang="pt-BR" sz="2500" dirty="0"/>
              <a:t>Estruturando componentes Angular </a:t>
            </a:r>
            <a:r>
              <a:rPr lang="pt-BR" sz="2400" dirty="0">
                <a:solidFill>
                  <a:srgbClr val="0070C0"/>
                </a:solidFill>
              </a:rPr>
              <a:t>-</a:t>
            </a:r>
          </a:p>
          <a:p>
            <a:r>
              <a:rPr lang="pt-BR" dirty="0">
                <a:hlinkClick r:id="rId7"/>
              </a:rPr>
              <a:t>https://www.brunobrito.net.br/estruturando-components-angular</a:t>
            </a:r>
            <a:r>
              <a:rPr lang="pt-BR" dirty="0" smtClean="0">
                <a:hlinkClick r:id="rId7"/>
              </a:rPr>
              <a:t>/</a:t>
            </a:r>
            <a:endParaRPr lang="pt-BR" dirty="0" smtClean="0"/>
          </a:p>
          <a:p>
            <a:endParaRPr lang="pt-BR" dirty="0" smtClean="0"/>
          </a:p>
          <a:p>
            <a:r>
              <a:rPr lang="pt-BR" sz="2500" dirty="0" err="1" smtClean="0"/>
              <a:t>Structure</a:t>
            </a:r>
            <a:r>
              <a:rPr lang="pt-BR" sz="2500" dirty="0" smtClean="0"/>
              <a:t> </a:t>
            </a:r>
            <a:r>
              <a:rPr lang="pt-BR" sz="2500" dirty="0" err="1"/>
              <a:t>And</a:t>
            </a:r>
            <a:r>
              <a:rPr lang="pt-BR" sz="2500" dirty="0"/>
              <a:t> Angular Modules </a:t>
            </a:r>
            <a:r>
              <a:rPr lang="pt-BR" sz="2400" dirty="0">
                <a:solidFill>
                  <a:srgbClr val="0070C0"/>
                </a:solidFill>
              </a:rPr>
              <a:t>-</a:t>
            </a:r>
          </a:p>
          <a:p>
            <a:r>
              <a:rPr lang="pt-BR" dirty="0">
                <a:hlinkClick r:id="rId8"/>
              </a:rPr>
              <a:t>https://angular.io/guide/styleguide#!#</a:t>
            </a:r>
            <a:r>
              <a:rPr lang="pt-BR" dirty="0" smtClean="0">
                <a:hlinkClick r:id="rId8"/>
              </a:rPr>
              <a:t>application-structure-and-angular-modules</a:t>
            </a:r>
            <a:endParaRPr lang="pt-BR" dirty="0" smtClean="0"/>
          </a:p>
          <a:p>
            <a:endParaRPr lang="pt-BR" sz="2500" dirty="0"/>
          </a:p>
          <a:p>
            <a:r>
              <a:rPr lang="pt-BR" sz="2500" dirty="0" err="1" smtClean="0"/>
              <a:t>Loiane</a:t>
            </a:r>
            <a:r>
              <a:rPr lang="pt-BR" sz="2500" dirty="0" smtClean="0"/>
              <a:t> - Criando módulo de funcionalidade – </a:t>
            </a:r>
          </a:p>
          <a:p>
            <a:r>
              <a:rPr lang="pt-BR" dirty="0">
                <a:hlinkClick r:id="rId9"/>
              </a:rPr>
              <a:t>https://</a:t>
            </a:r>
            <a:r>
              <a:rPr lang="pt-BR" dirty="0" smtClean="0">
                <a:hlinkClick r:id="rId9"/>
              </a:rPr>
              <a:t>www.youtube.com/watch?v=P4GYpzNNEw4</a:t>
            </a:r>
            <a:endParaRPr lang="pt-BR" dirty="0" smtClean="0"/>
          </a:p>
          <a:p>
            <a:endParaRPr lang="pt-BR" sz="2500" dirty="0"/>
          </a:p>
          <a:p>
            <a:r>
              <a:rPr lang="pt-BR" sz="2500" dirty="0" err="1" smtClean="0"/>
              <a:t>Loiane</a:t>
            </a:r>
            <a:r>
              <a:rPr lang="pt-BR" sz="2500" dirty="0" smtClean="0"/>
              <a:t> - Dicas de performance </a:t>
            </a:r>
            <a:r>
              <a:rPr lang="pt-BR" sz="2500" dirty="0" err="1" smtClean="0"/>
              <a:t>Lazy</a:t>
            </a:r>
            <a:r>
              <a:rPr lang="pt-BR" sz="2500" dirty="0" smtClean="0"/>
              <a:t> </a:t>
            </a:r>
            <a:r>
              <a:rPr lang="pt-BR" sz="2500" dirty="0" err="1" smtClean="0"/>
              <a:t>Load</a:t>
            </a:r>
            <a:r>
              <a:rPr lang="pt-BR" sz="2500" dirty="0" smtClean="0"/>
              <a:t> – </a:t>
            </a:r>
          </a:p>
          <a:p>
            <a:r>
              <a:rPr lang="pt-BR" dirty="0">
                <a:hlinkClick r:id="rId10"/>
              </a:rPr>
              <a:t>https://</a:t>
            </a:r>
            <a:r>
              <a:rPr lang="pt-BR" dirty="0" smtClean="0">
                <a:hlinkClick r:id="rId10"/>
              </a:rPr>
              <a:t>www.youtube.com/watch?v=glOJxHDkdnQ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3997</TotalTime>
  <Words>156</Words>
  <Application>Microsoft Office PowerPoint</Application>
  <PresentationFormat>Apresentação na tela (4:3)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241</cp:revision>
  <dcterms:created xsi:type="dcterms:W3CDTF">2011-03-17T17:31:18Z</dcterms:created>
  <dcterms:modified xsi:type="dcterms:W3CDTF">2018-09-25T14:21:04Z</dcterms:modified>
</cp:coreProperties>
</file>