
<file path=[Content_Types].xml><?xml version="1.0" encoding="utf-8"?>
<Types xmlns="http://schemas.openxmlformats.org/package/2006/content-types">
  <Override PartName="/ppt/slideMasters/slideMaster3.xml" ContentType="application/vnd.openxmlformats-officedocument.presentationml.slideMaster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86.xml" ContentType="application/vnd.openxmlformats-officedocument.presentationml.slideLayout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5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82.xml" ContentType="application/vnd.openxmlformats-officedocument.presentationml.slideLayout+xml"/>
  <Default Extension="xml" ContentType="application/xml"/>
  <Override PartName="/ppt/notesMasters/notesMaster1.xml" ContentType="application/vnd.openxmlformats-officedocument.presentationml.notesMaster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ableStyles.xml" ContentType="application/vnd.openxmlformats-officedocument.presentationml.tableStyles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Masters/slideMaster8.xml" ContentType="application/vnd.openxmlformats-officedocument.presentationml.slideMaster+xml"/>
  <Override PartName="/ppt/slideMasters/slideMaster6.xml" ContentType="application/vnd.openxmlformats-officedocument.presentationml.slideMaster+xml"/>
  <Override PartName="/ppt/theme/theme8.xml" ContentType="application/vnd.openxmlformats-officedocument.theme+xml"/>
  <Override PartName="/ppt/slideMasters/slideMaster4.xml" ContentType="application/vnd.openxmlformats-officedocument.presentationml.slide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theme/theme6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7.xml" ContentType="application/vnd.openxmlformats-officedocument.presentationml.slideLayout+xml"/>
  <Override PartName="/ppt/notesSlides/notesSlide5.xml" ContentType="application/vnd.openxmlformats-officedocument.presentationml.notesSlide+xml"/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85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1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70.xml" ContentType="application/vnd.openxmlformats-officedocument.presentationml.slideLayout+xml"/>
  <Override PartName="/docProps/app.xml" ContentType="application/vnd.openxmlformats-officedocument.extended-properties+xml"/>
  <Override PartName="/ppt/slideLayouts/slideLayout1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7.xml" ContentType="application/vnd.openxmlformats-officedocument.presentationml.slideMaster+xml"/>
  <Override PartName="/ppt/theme/theme9.xml" ContentType="application/vnd.openxmlformats-officedocument.theme+xml"/>
  <Override PartName="/ppt/slideMasters/slideMaster5.xml" ContentType="application/vnd.openxmlformats-officedocument.presentationml.slideMaster+xml"/>
  <Override PartName="/ppt/slideLayouts/slideLayout59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7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8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1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73.xml" ContentType="application/vnd.openxmlformats-officedocument.presentationml.slideLayout+xml"/>
  <Default Extension="rels" ContentType="application/vnd.openxmlformats-package.relationships+xml"/>
  <Override PartName="/ppt/slideLayouts/slideLayout2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84" r:id="rId2"/>
    <p:sldMasterId id="2147483696" r:id="rId3"/>
    <p:sldMasterId id="2147483708" r:id="rId4"/>
    <p:sldMasterId id="2147483720" r:id="rId5"/>
    <p:sldMasterId id="2147483732" r:id="rId6"/>
    <p:sldMasterId id="2147483744" r:id="rId7"/>
    <p:sldMasterId id="2147483756" r:id="rId8"/>
  </p:sldMasterIdLst>
  <p:notesMasterIdLst>
    <p:notesMasterId r:id="rId14"/>
  </p:notesMasterIdLst>
  <p:sldIdLst>
    <p:sldId id="256" r:id="rId9"/>
    <p:sldId id="257" r:id="rId10"/>
    <p:sldId id="262" r:id="rId11"/>
    <p:sldId id="263" r:id="rId12"/>
    <p:sldId id="261" r:id="rId13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831" autoAdjust="0"/>
  </p:normalViewPr>
  <p:slideViewPr>
    <p:cSldViewPr snapToGrid="0" snapToObjects="1">
      <p:cViewPr varScale="1">
        <p:scale>
          <a:sx n="71" d="100"/>
          <a:sy n="71" d="100"/>
        </p:scale>
        <p:origin x="-133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16BCD9-542D-4D3D-9E0B-2DE32A6AFECE}" type="datetimeFigureOut">
              <a:rPr lang="pt-BR" smtClean="0"/>
              <a:pPr/>
              <a:t>25/09/2018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2C67E6-04BB-4F3B-B665-88792C775AC8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3984565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2441609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1318969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39884499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779278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912429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A32261-4AFF-497E-B155-6C6E9DCF7A6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4F6D0AE-B62F-4562-864E-9CA0815C0B7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B9D51D-D802-4BA0-AE6C-D5DC8CEE216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97E165-42AF-4491-86B6-AC4C57EF785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8D31DE-D0C5-4A19-BD7B-648CF2D163F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89F4DF-19FE-489B-A125-BE3D4481F3E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F18C9E-EF26-4F44-9084-74D331A7889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B5BD61-55B6-4A8B-8ABA-072EF51C1F4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1184AC-7E7E-493C-A67B-D871A674188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8FCB8-A8EF-4436-AE92-6BF403559EB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AEAF8D-4C76-48A6-8660-DF9A6929359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2C71D1-F970-460C-919A-55C5FE2918C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6DDD670-8BCC-46BF-87D4-FD56990744C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9BDF5C-A250-4314-A138-4F9DD517AEA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1A094-3227-4454-B0E7-7519C790761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25E9F6-63C8-4C30-AD21-40BB1A83FDF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E25FCD-F12E-49A2-A4F8-F5666410BA4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AF6184-1A33-4817-A9D2-F4F81BB1A76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6DE057-4BB3-4405-985E-564A33401E5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43D297-8A0E-44A7-A2D4-AC4000360E9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FBA016-87F8-497A-9FF9-70A7795FD1F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0BBDD97-BD0B-4C4F-8878-68DB4B7BE78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A974A2-3455-4C6B-8ED2-6B3BA84D6D0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38165EC-B64C-4E6C-BF96-B51B2D9BCD0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A912B4-8393-4076-81DC-A553B9B4340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D434DC-EC6F-42CC-A0B5-72DEAA999C5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578722-C136-45FA-A53A-51155A48227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920E86B-D71E-423D-AEDA-4C6205389EA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40080D-1C46-4920-B582-B0DEA861C9B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566711-F6B7-42E1-B7C6-E7020CDDCE3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11E7F-81D4-4530-8DD5-94BCD4DFB7C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D6A4AEB-FB8E-4DB5-9128-70A484DF86D7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5A7D5E-06DA-4499-A0E7-21AB84DBEF1F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F83E1F-0C3B-4741-9C32-D22D148FF8C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53C0F9-5BFB-4306-BAF7-58CE958FA770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B47FA8F-5815-44B0-87F4-99502CCEF83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24EDEE-D927-4B5A-943C-FC7F8E4B6C7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1B3A9B-E71A-44C0-8E96-BF7631753C4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EBCE53-5207-4771-A8F1-07FCA6B0DAF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B6C94A-ABD9-44E9-817C-7CDCF377A9B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DFCE5-59DE-4EAB-A282-E1F9824A0DD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A9EFA9-1147-4C43-9D68-6BD750C652F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CEC339-4DFE-4F0A-AAC0-03BDEE354A4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E8BDF3E-9825-451B-A9C3-A0B67399CB8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1DD7C-DAD2-44D1-9B0B-C4BCC77CB8C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E34FF50-DDCB-4771-A8F3-61C243AB423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CA9CA5-2609-4CFD-B356-74DC95D18790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27B865-B77B-4146-AD67-EE847DD2426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EE6D7E-1FCD-4EAF-9240-A0400BEAFAB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88A17D-ABD1-4AA0-AE2E-45A37074014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81A616-8B9A-470D-B61E-FD50524A184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9C1A22-4597-4E55-8A34-362320E09EE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3AC775-53C8-4854-9AFD-A56410D6C55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33FEA8A-8614-4ED6-BF51-610441E86DB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B613C0-E9C3-49F8-9AF5-178E28F2237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68F7ADF-4F4F-447A-A18C-9325BE6108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C849F-14AD-4760-9F2F-321D1CFAC8E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2C44C87-B462-4FD1-91DA-C138B0AB0B0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B88429-EE72-464C-8442-6F8C3228B24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2D7F4BF-9076-40B1-A2CC-EF78E9F4785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616340-A651-4C16-A49A-B86226FFD65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BDD0293-BBF3-4EAC-98E8-46D5412F6B2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83EE24-45AF-493B-97FE-2893AC27F39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C1F4837-48E8-44FC-88E6-AAC23C287DC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EFBF88-3A73-421C-99F7-FF5359DF3DF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5A0AB67-D529-4D50-BF61-953911C640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A933AE-8682-4AA2-808A-F0127040180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946F641-EF6B-471B-BF75-462AACC771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D75E95-881A-402E-B42E-EC1B1E34595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3FD404-BB36-48BC-A355-7811650FE6E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48EC1C-A851-4863-8E3D-73372242BFB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0EB79A-6168-4911-B81C-25DFBA5FE20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FB02E6-B051-413D-8EE1-BC021297954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C4403F-0FCA-4C37-A924-E529F0BCAA0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12624E-30F6-4980-B82B-BA4697BDC1DF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316F6F-5EA5-405E-AAE1-4F31F2AAEDC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F198F6-69C5-4004-95BC-9AA12639C13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5442131-AE4D-4CAE-972D-ECE56FDA4D9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73CD21-6F24-40B5-8206-9E195269D68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F282FB8-9CCF-4D57-AF9E-085C19C94DA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A00FA6-B79E-447A-9194-EDB34F4C9D3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A4B3026-8B4D-4F13-AB94-C5486C5EF9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FD1F1A-57F7-4EE0-96E4-0CD8490689E0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425BA2C-85E4-46F9-A988-216356D48A6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8DB8B8-FF8A-44BF-9461-AB189F8CFDE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8A6725F-5936-4CBE-B7C8-A19254563C2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76AA67-A05B-419A-91B3-6188B986E20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292F94C-3AEE-458E-AECA-11C6E8CA1E7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0FBE04-F2FD-4EB2-9459-8BA03804C14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1E9E6F-9275-46A3-BE04-1F61E741DDC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5B2CF6-90E9-4C0A-89FE-A803807506C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2C88C8-D83C-4B65-BF28-AB10A8A57F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D04208-B13B-4926-81C7-5CEE3016030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6E7C7B-748E-4A18-8A81-65D98F9F27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CA17D-18E7-4C69-ADD6-E85401AB707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EF66C7E-2170-4267-BE92-73A4D0751B4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F15D49-212F-4869-990A-F301E0072E3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30530CB-9C5A-45A4-9DFB-C101E03A28A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710C4E-4835-4785-8696-0341183C4C7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35126B-643F-40CB-9048-6B37D748B6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587456-DA91-4370-990B-B5BF3AC6F48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ADC83F-0AAF-4514-ADBC-64076EEF6DB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80B6D4-7277-48E4-BAA2-616FE83C339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0812387-0A57-438C-ACD6-048566C133A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62E733-C11E-4638-8AFA-73A2DF9E167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BFB4E6E-FC79-44EA-9CD9-C6571696A8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BF802A-1A44-4D46-B3F3-4F1341D7FFD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69F0191-06BF-4A1E-8986-F1FCFC8D41B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281134-5A38-45BC-9B44-5E45CBA7764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2DC70A4-37C6-4116-A676-7E815A3154A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3A7FFE-B228-4E9A-8550-F49F365BC28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D87B173-78BD-4DFA-B7FA-8A5607EBB96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12AECB-CD03-4BE4-8104-CE1BC526908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FD5D97-9981-4F5B-86C6-70C6DBAAC48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4961E8-D0CD-43FD-9DEC-525C68E47C2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FBE703-7C63-4BF0-90E3-94A0881A35C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F1C2BB-B424-4EDF-9B3F-42D9C5E21F5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B75164-6920-4982-BEED-D14FC95616F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CFA5EB-4A65-4747-B92E-E44F43A61E7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440C71-4785-4BE8-9085-6D11F600A13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485464-8D06-43CE-80EC-150EB01524E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1A6956E-58B5-45D3-9464-EF0E0D347AB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70ABA5-991D-4F75-885D-CA88569183E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73CCF36-456D-4FF7-8F0C-F0F1CC8CBEC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E460E-0AE4-4ECB-B107-106D4BE57A9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762634-20B3-43E1-9468-69035A38E33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C1DF7B-3CCB-4192-86CC-310BEDF7EA5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95C197-5FC3-48C3-9114-80D48EB11CB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06FE82-3746-464C-83FD-8D216F3EAD1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46AD57-B64E-427B-B8B6-6B9339E1CBE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18A907-1F74-48C1-B8F0-7763F251048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82C65E-2B64-4641-927B-18EB2D91BC2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5C1906-0A3F-4574-A0AE-74704AC3EF2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123850-4F48-4FC8-9DAA-C23331DCCAE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DD5523-BD56-4EBB-ABA2-77C4DBA5D8B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B4A6642-5427-4529-B059-72211D9F3FE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3B6F3E-499F-4C95-BE5E-9830ACC6D9A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BA08742-AAB2-473E-AA30-A6CCA81AFB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A374FC-0761-4FE8-A3DF-10BEBC90749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8CDE0D-EB53-45B3-AD01-75A201D745E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47ED3C-E6FC-48B5-A7B7-61802E2CF03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19F5457-89B4-4497-A55E-F0B873B8AB3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0CBD-6C33-42F3-844B-D99CFE25759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04A4EA-C137-4F05-93E5-EDA128C1BF4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E1B9B1-8FEE-4723-AD86-24F63E4CA47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2A7A63-E273-4900-853F-647FEF6927E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A04ADC-C368-493A-ABDA-BCE10AC07F7F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3FCB7A4-B1E5-4747-A4E2-1B5A399D07F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0408C-9A08-46F8-BBF6-3D50605A987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64605D5-AB02-4C50-8B6B-C6F2E21E770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F53126-6FD8-4E42-815B-4BCACC1462A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5FA178-41A9-49F5-8108-8487D660FBA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425BB-DEFE-44CA-8B68-08BB61A4D0D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FD893DF-4BAC-47D4-BFEF-BA8BBC177AF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26868B-2A87-40C3-BCDF-D9989FFBF11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CE18EDE-6C77-45D8-ABD1-91457A975A5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72FFD5-F0F3-4511-9C39-CC1720D7215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963F26-D7BE-4BB0-9160-D6117252E5C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A016B6-C969-447E-BAB4-F72CB420B1A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16D2CA-85B8-47D9-BE37-3D1D989290F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5EA03D-DEE6-48BD-BB94-9BCACFEA871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84E731B-0A2A-4326-BE0E-BF73B19EAAD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D44686-744E-4DA4-BDCE-5A83B2F89EC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4BBF4C-8EC4-424B-A68D-B5ECA7668E7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667581-9346-48C5-B4E2-B7139427855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CAF8551-10CA-43EA-83D5-277C08317D1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9891F8-F684-4472-AA42-EA062CC4652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4F466D-98D5-44C4-A8E8-51A189EDE41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AF6C7C-B8B0-4579-901A-7207839A045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C34E24A-08E3-4E4B-9764-7B13503A8D7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16F261-757E-4F28-B477-7A4809FE607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282D9B-CEA4-4977-8879-B85A4618889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EA039B-F10C-4A73-A0B2-4687DCC1A36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3501A3C-6D7A-4BC8-B055-D249C775AE2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D59432-F129-4204-A997-E01FD856955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9DC68F-D69E-4880-951F-8DB84140105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theme" Target="../theme/theme8.xml"/><Relationship Id="rId2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9FE70391-FB5A-458C-AA54-59646335C51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4BC2ECB-7E5A-43C8-91F7-010B341E760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C05AA46D-A260-4663-865F-3EE9F180443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A7F10DA1-D514-4257-AEDA-37B09CE1842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96DCE45-F4CC-4007-ABC7-1C1BDF33546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29B457A5-4552-4DF7-A96C-BD497359391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40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E3867D8B-8607-472E-B046-1F7E57B8D79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2B55EB5E-B717-453F-A2AF-76EA99139A8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51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C2F796C-17F2-4439-BDB5-DAC5C48C335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0DA9C13A-7972-435E-BFA5-6753927FD877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02" r:id="rId2"/>
    <p:sldLayoutId id="2147483803" r:id="rId3"/>
    <p:sldLayoutId id="2147483804" r:id="rId4"/>
    <p:sldLayoutId id="2147483805" r:id="rId5"/>
    <p:sldLayoutId id="2147483806" r:id="rId6"/>
    <p:sldLayoutId id="2147483807" r:id="rId7"/>
    <p:sldLayoutId id="2147483808" r:id="rId8"/>
    <p:sldLayoutId id="2147483809" r:id="rId9"/>
    <p:sldLayoutId id="2147483810" r:id="rId10"/>
    <p:sldLayoutId id="2147483811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61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04982647-AAB7-4506-BB3C-1AACAB655B5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A036547D-A697-4EC1-BDB5-6005D3B4CBC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2" r:id="rId1"/>
    <p:sldLayoutId id="2147483813" r:id="rId2"/>
    <p:sldLayoutId id="2147483814" r:id="rId3"/>
    <p:sldLayoutId id="2147483815" r:id="rId4"/>
    <p:sldLayoutId id="2147483816" r:id="rId5"/>
    <p:sldLayoutId id="2147483817" r:id="rId6"/>
    <p:sldLayoutId id="2147483818" r:id="rId7"/>
    <p:sldLayoutId id="2147483819" r:id="rId8"/>
    <p:sldLayoutId id="2147483820" r:id="rId9"/>
    <p:sldLayoutId id="2147483821" r:id="rId10"/>
    <p:sldLayoutId id="2147483822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71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99349967-435C-4177-89FC-1367CEDDB45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8DCCAEEA-3C81-44D9-9567-ADCBD565AE5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81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554E9B69-25D4-4A48-8440-D19DB38EED4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DEA1F41C-6D64-47AA-AA54-682507B8D69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angular.io/guide/styleguide" TargetMode="External"/><Relationship Id="rId3" Type="http://schemas.openxmlformats.org/officeDocument/2006/relationships/image" Target="../media/image1.jpeg"/><Relationship Id="rId7" Type="http://schemas.openxmlformats.org/officeDocument/2006/relationships/hyperlink" Target="https://www.brunobrito.net.br/estruturando-components-angular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hyperlink" Target="https://imasters.com.br/front-end/angular-6-lazy-loading" TargetMode="External"/><Relationship Id="rId5" Type="http://schemas.openxmlformats.org/officeDocument/2006/relationships/hyperlink" Target="https://angular.io/guide/lazy-loading-ngmodules" TargetMode="External"/><Relationship Id="rId10" Type="http://schemas.openxmlformats.org/officeDocument/2006/relationships/hyperlink" Target="https://www.youtube.com/watch?v=glOJxHDkdnQ" TargetMode="External"/><Relationship Id="rId4" Type="http://schemas.openxmlformats.org/officeDocument/2006/relationships/image" Target="../media/image2.png"/><Relationship Id="rId9" Type="http://schemas.openxmlformats.org/officeDocument/2006/relationships/hyperlink" Target="https://www.youtube.com/watch?v=P4GYpzNNEw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293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555843" y="2715905"/>
            <a:ext cx="6373094" cy="2043109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197290" y="404591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PIC ANGULAR 6</a:t>
            </a:r>
            <a:endParaRPr lang="pt-BR" sz="3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Módulos – </a:t>
            </a:r>
            <a:r>
              <a:rPr lang="pt-BR" sz="3600" b="1" dirty="0" err="1" smtClean="0">
                <a:solidFill>
                  <a:schemeClr val="bg1"/>
                </a:solidFill>
              </a:rPr>
              <a:t>Lazy</a:t>
            </a:r>
            <a:r>
              <a:rPr lang="pt-BR" sz="3600" b="1" dirty="0" smtClean="0">
                <a:solidFill>
                  <a:schemeClr val="bg1"/>
                </a:solidFill>
              </a:rPr>
              <a:t> </a:t>
            </a:r>
            <a:r>
              <a:rPr lang="pt-BR" sz="3600" b="1" dirty="0" err="1" smtClean="0">
                <a:solidFill>
                  <a:schemeClr val="bg1"/>
                </a:solidFill>
              </a:rPr>
              <a:t>Load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98475" y="2001335"/>
            <a:ext cx="904552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 smtClean="0"/>
              <a:t>Organiza </a:t>
            </a:r>
            <a:r>
              <a:rPr lang="pt-BR" sz="2800" smtClean="0"/>
              <a:t>a </a:t>
            </a:r>
            <a:r>
              <a:rPr lang="pt-BR" sz="2800" smtClean="0"/>
              <a:t>estrutura </a:t>
            </a:r>
            <a:r>
              <a:rPr lang="pt-BR" sz="2800" dirty="0" smtClean="0"/>
              <a:t>do projeto em médias e grandes aplicações;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dirty="0" smtClean="0"/>
              <a:t>Ajuda a diminuir a inicialização da aplicação;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dirty="0" smtClean="0"/>
              <a:t>Carrega os componentes sobre demanda;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dirty="0" smtClean="0"/>
              <a:t>O carregamento é feito apenas quando o usuário acesso a rota do componente(s);</a:t>
            </a:r>
            <a:endParaRPr lang="pt-BR" sz="2800" dirty="0"/>
          </a:p>
          <a:p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xmlns="" val="2980370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Módulos – </a:t>
            </a:r>
            <a:r>
              <a:rPr lang="pt-BR" sz="3600" b="1" dirty="0" err="1" smtClean="0">
                <a:solidFill>
                  <a:schemeClr val="bg1"/>
                </a:solidFill>
              </a:rPr>
              <a:t>Lazy</a:t>
            </a:r>
            <a:r>
              <a:rPr lang="pt-BR" sz="3600" b="1" dirty="0" smtClean="0">
                <a:solidFill>
                  <a:schemeClr val="bg1"/>
                </a:solidFill>
              </a:rPr>
              <a:t> </a:t>
            </a:r>
            <a:r>
              <a:rPr lang="pt-BR" sz="3600" b="1" dirty="0" err="1" smtClean="0">
                <a:solidFill>
                  <a:schemeClr val="bg1"/>
                </a:solidFill>
              </a:rPr>
              <a:t>Load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98475" y="1710701"/>
            <a:ext cx="90455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 smtClean="0"/>
              <a:t>Para </a:t>
            </a:r>
            <a:r>
              <a:rPr lang="pt-BR" sz="2800" dirty="0"/>
              <a:t>obter esse benefício devemos agrupar nossos componentes em módulos </a:t>
            </a:r>
            <a:r>
              <a:rPr lang="pt-BR" sz="2800" dirty="0" smtClean="0"/>
              <a:t>específicos.</a:t>
            </a:r>
            <a:endParaRPr lang="pt-BR" sz="2800" dirty="0"/>
          </a:p>
          <a:p>
            <a:endParaRPr lang="pt-BR" sz="2800" dirty="0" smtClean="0"/>
          </a:p>
          <a:p>
            <a:pPr lvl="1"/>
            <a:r>
              <a:rPr lang="pt-BR" sz="2800" u="sng" dirty="0" err="1" smtClean="0"/>
              <a:t>Refatoração</a:t>
            </a:r>
            <a:r>
              <a:rPr lang="pt-BR" sz="2800" dirty="0" smtClean="0"/>
              <a:t>:</a:t>
            </a:r>
          </a:p>
          <a:p>
            <a:pPr lvl="1"/>
            <a:r>
              <a:rPr lang="pt-BR" sz="2800" dirty="0" smtClean="0"/>
              <a:t>1° </a:t>
            </a:r>
            <a:r>
              <a:rPr lang="pt-BR" sz="2800" dirty="0"/>
              <a:t>- Criar </a:t>
            </a:r>
            <a:r>
              <a:rPr lang="pt-BR" sz="2800" dirty="0" err="1"/>
              <a:t>feature</a:t>
            </a:r>
            <a:r>
              <a:rPr lang="pt-BR" sz="2800" dirty="0"/>
              <a:t> modules para agrupar nossos componentes</a:t>
            </a:r>
            <a:r>
              <a:rPr lang="pt-BR" sz="2800" dirty="0" smtClean="0"/>
              <a:t>;</a:t>
            </a:r>
          </a:p>
          <a:p>
            <a:pPr lvl="1"/>
            <a:endParaRPr lang="pt-BR" sz="2800" dirty="0" smtClean="0"/>
          </a:p>
          <a:p>
            <a:pPr lvl="1"/>
            <a:r>
              <a:rPr lang="pt-BR" sz="2800" dirty="0"/>
              <a:t>2</a:t>
            </a:r>
            <a:r>
              <a:rPr lang="pt-BR" sz="2800" dirty="0" smtClean="0"/>
              <a:t>° - Retirar os componentes do </a:t>
            </a:r>
            <a:r>
              <a:rPr lang="pt-BR" sz="2800" dirty="0" err="1" smtClean="0"/>
              <a:t>app.module.ts</a:t>
            </a:r>
            <a:r>
              <a:rPr lang="pt-BR" sz="2800" dirty="0" smtClean="0"/>
              <a:t>;</a:t>
            </a:r>
          </a:p>
          <a:p>
            <a:pPr lvl="1"/>
            <a:endParaRPr lang="pt-BR" sz="2800" dirty="0" smtClean="0"/>
          </a:p>
          <a:p>
            <a:pPr lvl="1"/>
            <a:r>
              <a:rPr lang="pt-BR" sz="2800" dirty="0" smtClean="0"/>
              <a:t>3° - Adicionar os componentes no </a:t>
            </a:r>
            <a:r>
              <a:rPr lang="pt-BR" sz="2800" dirty="0" err="1" smtClean="0"/>
              <a:t>feature</a:t>
            </a:r>
            <a:r>
              <a:rPr lang="pt-BR" sz="2800" dirty="0" smtClean="0"/>
              <a:t> module.</a:t>
            </a:r>
            <a:endParaRPr lang="pt-BR" sz="28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xmlns="" val="508311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Módulos – </a:t>
            </a:r>
            <a:r>
              <a:rPr lang="pt-BR" sz="3600" b="1" dirty="0" err="1" smtClean="0">
                <a:solidFill>
                  <a:schemeClr val="bg1"/>
                </a:solidFill>
              </a:rPr>
              <a:t>Lazy</a:t>
            </a:r>
            <a:r>
              <a:rPr lang="pt-BR" sz="3600" b="1" dirty="0" smtClean="0">
                <a:solidFill>
                  <a:schemeClr val="bg1"/>
                </a:solidFill>
              </a:rPr>
              <a:t> </a:t>
            </a:r>
            <a:r>
              <a:rPr lang="pt-BR" sz="3600" b="1" dirty="0" err="1" smtClean="0">
                <a:solidFill>
                  <a:schemeClr val="bg1"/>
                </a:solidFill>
              </a:rPr>
              <a:t>Load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109184" y="1705815"/>
            <a:ext cx="9045525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 smtClean="0"/>
              <a:t>	</a:t>
            </a:r>
            <a:r>
              <a:rPr lang="pt-BR" sz="2800" dirty="0" smtClean="0"/>
              <a:t>3° - Navegar até o diretório do componente 	anúncios.</a:t>
            </a:r>
          </a:p>
          <a:p>
            <a:endParaRPr lang="pt-BR" sz="2800" dirty="0" smtClean="0"/>
          </a:p>
          <a:p>
            <a:r>
              <a:rPr lang="pt-BR" sz="2800" dirty="0" smtClean="0"/>
              <a:t>	Comandos:</a:t>
            </a:r>
          </a:p>
          <a:p>
            <a:endParaRPr lang="pt-BR" sz="2800" dirty="0" smtClean="0"/>
          </a:p>
          <a:p>
            <a:r>
              <a:rPr lang="pt-BR" sz="2600" b="1" dirty="0" smtClean="0"/>
              <a:t>	</a:t>
            </a:r>
            <a:r>
              <a:rPr lang="en-US" sz="2700" b="1" dirty="0" err="1"/>
              <a:t>ng</a:t>
            </a:r>
            <a:r>
              <a:rPr lang="en-US" sz="2700" b="1" dirty="0"/>
              <a:t> </a:t>
            </a:r>
            <a:r>
              <a:rPr lang="en-US" sz="2700" b="1" dirty="0" smtClean="0"/>
              <a:t>g </a:t>
            </a:r>
            <a:r>
              <a:rPr lang="en-US" sz="2700" b="1" dirty="0"/>
              <a:t>module </a:t>
            </a:r>
            <a:r>
              <a:rPr lang="en-US" sz="2700" b="1" dirty="0" err="1" smtClean="0"/>
              <a:t>anuncio</a:t>
            </a:r>
            <a:r>
              <a:rPr lang="en-US" sz="2700" b="1" dirty="0" smtClean="0"/>
              <a:t>  --routing --spec=false</a:t>
            </a:r>
            <a:endParaRPr lang="pt-BR" sz="2700" b="1" dirty="0"/>
          </a:p>
        </p:txBody>
      </p:sp>
    </p:spTree>
    <p:extLst>
      <p:ext uri="{BB962C8B-B14F-4D97-AF65-F5344CB8AC3E}">
        <p14:creationId xmlns:p14="http://schemas.microsoft.com/office/powerpoint/2010/main" xmlns="" val="2888406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33" y="0"/>
            <a:ext cx="8977288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1937982" y="255186"/>
            <a:ext cx="710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Referências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9" name="Retângulo 8"/>
          <p:cNvSpPr/>
          <p:nvPr/>
        </p:nvSpPr>
        <p:spPr>
          <a:xfrm>
            <a:off x="409433" y="1982450"/>
            <a:ext cx="86360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pt-BR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95533" y="1455515"/>
            <a:ext cx="9048467" cy="5493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dirty="0" smtClean="0"/>
              <a:t>Angular.io </a:t>
            </a:r>
            <a:r>
              <a:rPr lang="pt-BR" sz="2500" dirty="0" err="1" smtClean="0"/>
              <a:t>Lazy-Loading</a:t>
            </a:r>
            <a:r>
              <a:rPr lang="pt-BR" sz="2500" dirty="0" smtClean="0"/>
              <a:t> - </a:t>
            </a:r>
            <a:r>
              <a:rPr lang="pt-BR" dirty="0" smtClean="0">
                <a:hlinkClick r:id="rId5"/>
              </a:rPr>
              <a:t>https</a:t>
            </a:r>
            <a:r>
              <a:rPr lang="pt-BR" dirty="0">
                <a:hlinkClick r:id="rId5"/>
              </a:rPr>
              <a:t>://angular.io/guide/lazy-loading-ngmodules</a:t>
            </a:r>
            <a:endParaRPr lang="pt-BR" dirty="0"/>
          </a:p>
          <a:p>
            <a:endParaRPr lang="pt-BR" sz="2500" dirty="0"/>
          </a:p>
          <a:p>
            <a:r>
              <a:rPr lang="pt-BR" sz="2500" dirty="0" smtClean="0"/>
              <a:t>Angular </a:t>
            </a:r>
            <a:r>
              <a:rPr lang="pt-BR" sz="2500" dirty="0"/>
              <a:t>6 </a:t>
            </a:r>
            <a:r>
              <a:rPr lang="pt-BR" sz="2500" dirty="0" err="1"/>
              <a:t>Lazy-Loading</a:t>
            </a:r>
            <a:r>
              <a:rPr lang="pt-BR" sz="2500" dirty="0"/>
              <a:t> </a:t>
            </a:r>
            <a:r>
              <a:rPr lang="pt-BR" dirty="0" smtClean="0"/>
              <a:t>- </a:t>
            </a:r>
            <a:r>
              <a:rPr lang="pt-BR" dirty="0" smtClean="0">
                <a:hlinkClick r:id="rId6"/>
              </a:rPr>
              <a:t>https</a:t>
            </a:r>
            <a:r>
              <a:rPr lang="pt-BR" dirty="0">
                <a:hlinkClick r:id="rId6"/>
              </a:rPr>
              <a:t>://</a:t>
            </a:r>
            <a:r>
              <a:rPr lang="pt-BR" dirty="0" smtClean="0">
                <a:hlinkClick r:id="rId6"/>
              </a:rPr>
              <a:t>imasters.com.br/front-end/angular-6-lazy-loading</a:t>
            </a:r>
            <a:endParaRPr lang="pt-BR" dirty="0" smtClean="0"/>
          </a:p>
          <a:p>
            <a:endParaRPr lang="pt-BR" dirty="0" smtClean="0"/>
          </a:p>
          <a:p>
            <a:r>
              <a:rPr lang="pt-BR" sz="2500" dirty="0"/>
              <a:t>Estruturando componentes Angular </a:t>
            </a:r>
            <a:r>
              <a:rPr lang="pt-BR" sz="2400" dirty="0">
                <a:solidFill>
                  <a:srgbClr val="0070C0"/>
                </a:solidFill>
              </a:rPr>
              <a:t>-</a:t>
            </a:r>
          </a:p>
          <a:p>
            <a:r>
              <a:rPr lang="pt-BR" dirty="0">
                <a:hlinkClick r:id="rId7"/>
              </a:rPr>
              <a:t>https://www.brunobrito.net.br/estruturando-components-angular</a:t>
            </a:r>
            <a:r>
              <a:rPr lang="pt-BR" dirty="0" smtClean="0">
                <a:hlinkClick r:id="rId7"/>
              </a:rPr>
              <a:t>/</a:t>
            </a:r>
            <a:endParaRPr lang="pt-BR" dirty="0" smtClean="0"/>
          </a:p>
          <a:p>
            <a:endParaRPr lang="pt-BR" dirty="0" smtClean="0"/>
          </a:p>
          <a:p>
            <a:r>
              <a:rPr lang="pt-BR" sz="2500" dirty="0" err="1" smtClean="0"/>
              <a:t>Structure</a:t>
            </a:r>
            <a:r>
              <a:rPr lang="pt-BR" sz="2500" dirty="0" smtClean="0"/>
              <a:t> </a:t>
            </a:r>
            <a:r>
              <a:rPr lang="pt-BR" sz="2500" dirty="0" err="1"/>
              <a:t>And</a:t>
            </a:r>
            <a:r>
              <a:rPr lang="pt-BR" sz="2500" dirty="0"/>
              <a:t> Angular Modules </a:t>
            </a:r>
            <a:r>
              <a:rPr lang="pt-BR" sz="2400" dirty="0">
                <a:solidFill>
                  <a:srgbClr val="0070C0"/>
                </a:solidFill>
              </a:rPr>
              <a:t>-</a:t>
            </a:r>
          </a:p>
          <a:p>
            <a:r>
              <a:rPr lang="pt-BR" dirty="0">
                <a:hlinkClick r:id="rId8"/>
              </a:rPr>
              <a:t>https://angular.io/guide/styleguide#!#</a:t>
            </a:r>
            <a:r>
              <a:rPr lang="pt-BR" dirty="0" smtClean="0">
                <a:hlinkClick r:id="rId8"/>
              </a:rPr>
              <a:t>application-structure-and-angular-modules</a:t>
            </a:r>
            <a:endParaRPr lang="pt-BR" dirty="0" smtClean="0"/>
          </a:p>
          <a:p>
            <a:endParaRPr lang="pt-BR" sz="2500" dirty="0"/>
          </a:p>
          <a:p>
            <a:r>
              <a:rPr lang="pt-BR" sz="2500" dirty="0" err="1" smtClean="0"/>
              <a:t>Loiane</a:t>
            </a:r>
            <a:r>
              <a:rPr lang="pt-BR" sz="2500" dirty="0" smtClean="0"/>
              <a:t> - Criando módulo de funcionalidade – </a:t>
            </a:r>
          </a:p>
          <a:p>
            <a:r>
              <a:rPr lang="pt-BR" dirty="0">
                <a:hlinkClick r:id="rId9"/>
              </a:rPr>
              <a:t>https://</a:t>
            </a:r>
            <a:r>
              <a:rPr lang="pt-BR" dirty="0" smtClean="0">
                <a:hlinkClick r:id="rId9"/>
              </a:rPr>
              <a:t>www.youtube.com/watch?v=P4GYpzNNEw4</a:t>
            </a:r>
            <a:endParaRPr lang="pt-BR" dirty="0" smtClean="0"/>
          </a:p>
          <a:p>
            <a:endParaRPr lang="pt-BR" sz="2500" dirty="0"/>
          </a:p>
          <a:p>
            <a:r>
              <a:rPr lang="pt-BR" sz="2500" dirty="0" err="1" smtClean="0"/>
              <a:t>Loiane</a:t>
            </a:r>
            <a:r>
              <a:rPr lang="pt-BR" sz="2500" dirty="0" smtClean="0"/>
              <a:t> - Dicas de performance </a:t>
            </a:r>
            <a:r>
              <a:rPr lang="pt-BR" sz="2500" dirty="0" err="1" smtClean="0"/>
              <a:t>Lazy</a:t>
            </a:r>
            <a:r>
              <a:rPr lang="pt-BR" sz="2500" dirty="0" smtClean="0"/>
              <a:t> </a:t>
            </a:r>
            <a:r>
              <a:rPr lang="pt-BR" sz="2500" dirty="0" err="1" smtClean="0"/>
              <a:t>Load</a:t>
            </a:r>
            <a:r>
              <a:rPr lang="pt-BR" sz="2500" dirty="0" smtClean="0"/>
              <a:t> – </a:t>
            </a:r>
          </a:p>
          <a:p>
            <a:r>
              <a:rPr lang="pt-BR" dirty="0">
                <a:hlinkClick r:id="rId10"/>
              </a:rPr>
              <a:t>https://</a:t>
            </a:r>
            <a:r>
              <a:rPr lang="pt-BR" dirty="0" smtClean="0">
                <a:hlinkClick r:id="rId10"/>
              </a:rPr>
              <a:t>www.youtube.com/watch?v=glOJxHDkdnQ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xmlns="" val="4136118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nac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4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7.xml><?xml version="1.0" encoding="utf-8"?>
<a:theme xmlns:a="http://schemas.openxmlformats.org/drawingml/2006/main" name="5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8.xml><?xml version="1.0" encoding="utf-8"?>
<a:theme xmlns:a="http://schemas.openxmlformats.org/drawingml/2006/main" name="6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9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anac2.thmx</Template>
  <TotalTime>3997</TotalTime>
  <Words>156</Words>
  <Application>Microsoft Office PowerPoint</Application>
  <PresentationFormat>Apresentação na tela (4:3)</PresentationFormat>
  <Paragraphs>45</Paragraphs>
  <Slides>5</Slides>
  <Notes>5</Notes>
  <HiddenSlides>0</HiddenSlides>
  <MMClips>0</MMClips>
  <ScaleCrop>false</ScaleCrop>
  <HeadingPairs>
    <vt:vector size="4" baseType="variant">
      <vt:variant>
        <vt:lpstr>Tema</vt:lpstr>
      </vt:variant>
      <vt:variant>
        <vt:i4>8</vt:i4>
      </vt:variant>
      <vt:variant>
        <vt:lpstr>Títulos de slides</vt:lpstr>
      </vt:variant>
      <vt:variant>
        <vt:i4>5</vt:i4>
      </vt:variant>
    </vt:vector>
  </HeadingPairs>
  <TitlesOfParts>
    <vt:vector size="13" baseType="lpstr">
      <vt:lpstr>anac2</vt:lpstr>
      <vt:lpstr>anac1</vt:lpstr>
      <vt:lpstr>1_anac1</vt:lpstr>
      <vt:lpstr>2_anac1</vt:lpstr>
      <vt:lpstr>3_anac1</vt:lpstr>
      <vt:lpstr>4_anac1</vt:lpstr>
      <vt:lpstr>5_anac1</vt:lpstr>
      <vt:lpstr>6_anac1</vt:lpstr>
      <vt:lpstr>Slide 1</vt:lpstr>
      <vt:lpstr>Slide 2</vt:lpstr>
      <vt:lpstr>Slide 3</vt:lpstr>
      <vt:lpstr>Slide 4</vt:lpstr>
      <vt:lpstr>Slide 5</vt:lpstr>
    </vt:vector>
  </TitlesOfParts>
  <Company>Escola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Isabela Brumana</dc:creator>
  <cp:lastModifiedBy>Angular</cp:lastModifiedBy>
  <cp:revision>242</cp:revision>
  <dcterms:created xsi:type="dcterms:W3CDTF">2011-03-17T17:31:18Z</dcterms:created>
  <dcterms:modified xsi:type="dcterms:W3CDTF">2018-09-25T20:13:27Z</dcterms:modified>
</cp:coreProperties>
</file>