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2"/>
  </p:notesMasterIdLst>
  <p:sldIdLst>
    <p:sldId id="256" r:id="rId9"/>
    <p:sldId id="257" r:id="rId10"/>
    <p:sldId id="261" r:id="rId1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pPr/>
              <a:t>25/09/2018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alligator.io/angular/viewchild-access-componen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blog.angular-university.io/angular-viewchild/" TargetMode="External"/><Relationship Id="rId5" Type="http://schemas.openxmlformats.org/officeDocument/2006/relationships/hyperlink" Target="https://angular.io/api/core/ViewChild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@</a:t>
            </a:r>
            <a:r>
              <a:rPr lang="pt-BR" sz="3600" b="1" dirty="0" err="1" smtClean="0">
                <a:solidFill>
                  <a:schemeClr val="bg1"/>
                </a:solidFill>
              </a:rPr>
              <a:t>ViewChild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2001335"/>
            <a:ext cx="90455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/>
              <a:t>@</a:t>
            </a:r>
            <a:r>
              <a:rPr lang="pt-BR" sz="2800" b="1" dirty="0" err="1" smtClean="0"/>
              <a:t>ViewChild</a:t>
            </a:r>
            <a:r>
              <a:rPr lang="pt-BR" sz="2800" b="1" dirty="0" smtClean="0"/>
              <a:t> </a:t>
            </a:r>
            <a:r>
              <a:rPr lang="pt-BR" sz="2800" dirty="0" smtClean="0"/>
              <a:t>– Utilizado para acessar um componente filho, Diretivas ou Elementos do Dom;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Muitas vezes precisamos pegar a referência do componente no DOM para manipulá-lo;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943" y="1455515"/>
            <a:ext cx="904846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/>
            </a:lvl1pPr>
          </a:lstStyle>
          <a:p>
            <a:endParaRPr lang="pt-BR" dirty="0" smtClean="0"/>
          </a:p>
          <a:p>
            <a:r>
              <a:rPr lang="pt-BR" dirty="0" smtClean="0"/>
              <a:t>Angular.io </a:t>
            </a:r>
            <a:r>
              <a:rPr lang="pt-BR" dirty="0" err="1"/>
              <a:t>ViewChild</a:t>
            </a:r>
            <a:r>
              <a:rPr lang="pt-BR" dirty="0"/>
              <a:t> - </a:t>
            </a:r>
            <a:r>
              <a:rPr lang="pt-BR" dirty="0">
                <a:hlinkClick r:id="rId5"/>
              </a:rPr>
              <a:t>https://angular.io/api/core/ViewChild</a:t>
            </a:r>
            <a:endParaRPr lang="pt-BR" dirty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@</a:t>
            </a:r>
            <a:r>
              <a:rPr lang="pt-BR" dirty="0" err="1"/>
              <a:t>ViewChild</a:t>
            </a:r>
            <a:r>
              <a:rPr lang="pt-BR" dirty="0"/>
              <a:t> Angular: Explicação detalhada</a:t>
            </a:r>
          </a:p>
          <a:p>
            <a:r>
              <a:rPr lang="pt-BR" dirty="0">
                <a:hlinkClick r:id="rId6"/>
              </a:rPr>
              <a:t>https://blog.angular-university.io/angular-viewchild</a:t>
            </a:r>
            <a:r>
              <a:rPr lang="pt-BR" dirty="0">
                <a:hlinkClick r:id="rId6"/>
              </a:rPr>
              <a:t>/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Usando </a:t>
            </a:r>
            <a:r>
              <a:rPr lang="pt-BR" dirty="0" err="1"/>
              <a:t>ViewChild</a:t>
            </a:r>
            <a:r>
              <a:rPr lang="pt-BR" dirty="0"/>
              <a:t> - </a:t>
            </a:r>
            <a:r>
              <a:rPr lang="pt-BR" dirty="0">
                <a:hlinkClick r:id="rId7"/>
              </a:rPr>
              <a:t>https://alligator.io/angular/viewchild-access-component/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4072</TotalTime>
  <Words>61</Words>
  <Application>Microsoft Office PowerPoint</Application>
  <PresentationFormat>Apresentação na tela (4:3)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3</vt:i4>
      </vt:variant>
    </vt:vector>
  </HeadingPairs>
  <TitlesOfParts>
    <vt:vector size="13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249</cp:revision>
  <dcterms:created xsi:type="dcterms:W3CDTF">2011-03-17T17:31:18Z</dcterms:created>
  <dcterms:modified xsi:type="dcterms:W3CDTF">2018-09-26T02:09:44Z</dcterms:modified>
</cp:coreProperties>
</file>