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4"/>
  </p:notesMasterIdLst>
  <p:sldIdLst>
    <p:sldId id="256" r:id="rId9"/>
    <p:sldId id="257" r:id="rId10"/>
    <p:sldId id="262" r:id="rId11"/>
    <p:sldId id="263" r:id="rId12"/>
    <p:sldId id="261" r:id="rId1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pPr/>
              <a:t>25/09/2018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238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826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toddmotto.com/angular-pipes-custom-pip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receitasdecodigo.com.br/angular/o-que-sao-pipes-no-angular-6" TargetMode="External"/><Relationship Id="rId5" Type="http://schemas.openxmlformats.org/officeDocument/2006/relationships/hyperlink" Target="https://angular.io/guide/pipes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Pipes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1614312"/>
            <a:ext cx="90455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Permitem transformar dados antes de serem exibidos ao usuários;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Para utilizar um </a:t>
            </a:r>
            <a:r>
              <a:rPr lang="pt-BR" sz="2800" dirty="0" err="1"/>
              <a:t>pipe</a:t>
            </a:r>
            <a:r>
              <a:rPr lang="pt-BR" sz="2800" dirty="0"/>
              <a:t> você pode fazer o uso de uma </a:t>
            </a:r>
            <a:r>
              <a:rPr lang="pt-BR" sz="2800" b="1" dirty="0" smtClean="0"/>
              <a:t>|</a:t>
            </a:r>
            <a:r>
              <a:rPr lang="pt-BR" sz="2800" dirty="0" smtClean="0"/>
              <a:t> </a:t>
            </a:r>
            <a:r>
              <a:rPr lang="pt-BR" sz="2800" dirty="0"/>
              <a:t>ao lado direito da </a:t>
            </a:r>
            <a:r>
              <a:rPr lang="pt-BR" sz="2800" dirty="0" smtClean="0"/>
              <a:t>propriedade </a:t>
            </a:r>
            <a:r>
              <a:rPr lang="pt-BR" sz="2800" dirty="0"/>
              <a:t>e adicionar o </a:t>
            </a:r>
            <a:r>
              <a:rPr lang="pt-BR" sz="2800" dirty="0" err="1"/>
              <a:t>pipe</a:t>
            </a:r>
            <a:r>
              <a:rPr lang="pt-BR" sz="2800" dirty="0"/>
              <a:t> que deverá tratar o valor</a:t>
            </a:r>
            <a:r>
              <a:rPr lang="pt-BR" sz="28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Exemplos:</a:t>
            </a:r>
          </a:p>
          <a:p>
            <a:r>
              <a:rPr lang="pt-BR" sz="2800" dirty="0" smtClean="0"/>
              <a:t> 	Com </a:t>
            </a:r>
            <a:r>
              <a:rPr lang="pt-BR" sz="2800" dirty="0" err="1" smtClean="0"/>
              <a:t>string</a:t>
            </a:r>
            <a:r>
              <a:rPr lang="pt-BR" sz="2800" dirty="0" smtClean="0"/>
              <a:t> </a:t>
            </a:r>
            <a:r>
              <a:rPr lang="pt-BR" sz="2800" dirty="0" err="1" smtClean="0"/>
              <a:t>interpolations</a:t>
            </a:r>
            <a:r>
              <a:rPr lang="pt-BR" sz="2800" dirty="0" smtClean="0"/>
              <a:t>:  </a:t>
            </a:r>
            <a:r>
              <a:rPr lang="pt-BR" sz="2800" b="1" dirty="0" smtClean="0"/>
              <a:t>{{ </a:t>
            </a:r>
            <a:r>
              <a:rPr lang="pt-BR" sz="2800" dirty="0" smtClean="0"/>
              <a:t>propriedade</a:t>
            </a:r>
            <a:r>
              <a:rPr lang="pt-BR" sz="2800" b="1" dirty="0" smtClean="0"/>
              <a:t> </a:t>
            </a:r>
            <a:r>
              <a:rPr lang="pt-BR" sz="2800" b="1" dirty="0"/>
              <a:t>| </a:t>
            </a:r>
            <a:r>
              <a:rPr lang="pt-BR" sz="2800" b="1" dirty="0" err="1" smtClean="0"/>
              <a:t>pipe</a:t>
            </a:r>
            <a:r>
              <a:rPr lang="pt-BR" sz="2800" b="1" dirty="0" smtClean="0"/>
              <a:t> }}</a:t>
            </a:r>
          </a:p>
          <a:p>
            <a:pPr lvl="1"/>
            <a:r>
              <a:rPr lang="pt-BR" sz="2800" dirty="0" smtClean="0"/>
              <a:t>Com diretivas : </a:t>
            </a:r>
            <a:r>
              <a:rPr lang="pt-BR" sz="2800" b="1" dirty="0" smtClean="0"/>
              <a:t>*</a:t>
            </a:r>
            <a:r>
              <a:rPr lang="pt-BR" sz="2800" b="1" dirty="0" err="1"/>
              <a:t>ngFor</a:t>
            </a:r>
            <a:r>
              <a:rPr lang="pt-BR" sz="2800" b="1" dirty="0"/>
              <a:t>="</a:t>
            </a:r>
            <a:r>
              <a:rPr lang="pt-BR" sz="2800" dirty="0" err="1"/>
              <a:t>let</a:t>
            </a:r>
            <a:r>
              <a:rPr lang="pt-BR" sz="2800" dirty="0"/>
              <a:t> tipo </a:t>
            </a:r>
            <a:r>
              <a:rPr lang="pt-BR" sz="2800" dirty="0" err="1"/>
              <a:t>of</a:t>
            </a:r>
            <a:r>
              <a:rPr lang="pt-BR" sz="2800" dirty="0"/>
              <a:t> tipos</a:t>
            </a:r>
            <a:r>
              <a:rPr lang="pt-BR" sz="2800" b="1" dirty="0"/>
              <a:t> | </a:t>
            </a:r>
            <a:r>
              <a:rPr lang="pt-BR" sz="2800" b="1" dirty="0" err="1"/>
              <a:t>async</a:t>
            </a:r>
            <a:r>
              <a:rPr lang="pt-BR" sz="2800" b="1" dirty="0" smtClean="0"/>
              <a:t>"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Pipes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30" y="2470245"/>
            <a:ext cx="8213237" cy="221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0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Pipes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9184" y="1755520"/>
            <a:ext cx="90455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Criar diretório</a:t>
            </a:r>
            <a:r>
              <a:rPr lang="pt-BR" sz="2800" b="1" dirty="0" smtClean="0"/>
              <a:t> </a:t>
            </a:r>
            <a:r>
              <a:rPr lang="pt-BR" sz="4000" b="1" dirty="0" err="1" smtClean="0"/>
              <a:t>src</a:t>
            </a:r>
            <a:r>
              <a:rPr lang="pt-BR" sz="4000" b="1" dirty="0" smtClean="0"/>
              <a:t>/</a:t>
            </a:r>
            <a:r>
              <a:rPr lang="pt-BR" sz="4000" b="1" dirty="0" err="1" smtClean="0"/>
              <a:t>app</a:t>
            </a:r>
            <a:r>
              <a:rPr lang="pt-BR" sz="4000" b="1" dirty="0" smtClean="0"/>
              <a:t>/</a:t>
            </a:r>
            <a:r>
              <a:rPr lang="pt-BR" sz="4000" b="1" dirty="0" err="1" smtClean="0"/>
              <a:t>utils</a:t>
            </a:r>
            <a:r>
              <a:rPr lang="pt-BR" sz="4000" b="1" dirty="0" smtClean="0"/>
              <a:t>/</a:t>
            </a:r>
            <a:r>
              <a:rPr lang="pt-BR" sz="4000" b="1" dirty="0" err="1" smtClean="0"/>
              <a:t>pipes</a:t>
            </a:r>
            <a:endParaRPr lang="pt-BR" sz="4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 smtClean="0"/>
              <a:t>Executar o comando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800" dirty="0" err="1"/>
              <a:t>n</a:t>
            </a:r>
            <a:r>
              <a:rPr lang="pt-BR" sz="2800" dirty="0" err="1" smtClean="0"/>
              <a:t>g</a:t>
            </a:r>
            <a:r>
              <a:rPr lang="pt-BR" sz="2800" dirty="0" smtClean="0"/>
              <a:t> g </a:t>
            </a:r>
            <a:r>
              <a:rPr lang="pt-BR" sz="2800" dirty="0" err="1" smtClean="0"/>
              <a:t>pipe</a:t>
            </a:r>
            <a:r>
              <a:rPr lang="pt-BR" sz="2800" dirty="0" smtClean="0"/>
              <a:t> telefone </a:t>
            </a:r>
            <a:r>
              <a:rPr lang="pt-BR" sz="2800" smtClean="0"/>
              <a:t>--flat --</a:t>
            </a:r>
            <a:r>
              <a:rPr lang="pt-BR" sz="2800" dirty="0" err="1" smtClean="0"/>
              <a:t>spec</a:t>
            </a:r>
            <a:r>
              <a:rPr lang="pt-BR" sz="2800" dirty="0" smtClean="0"/>
              <a:t>=false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74497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33" y="0"/>
            <a:ext cx="8977288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9433" y="1982450"/>
            <a:ext cx="8636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9943" y="1455515"/>
            <a:ext cx="9048467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/>
            </a:lvl1pPr>
          </a:lstStyle>
          <a:p>
            <a:endParaRPr lang="pt-BR" dirty="0" smtClean="0"/>
          </a:p>
          <a:p>
            <a:r>
              <a:rPr lang="pt-BR" dirty="0" smtClean="0"/>
              <a:t>Angular.io </a:t>
            </a:r>
            <a:r>
              <a:rPr lang="pt-BR" dirty="0" err="1" smtClean="0"/>
              <a:t>Pipes</a:t>
            </a:r>
            <a:r>
              <a:rPr lang="pt-BR" dirty="0"/>
              <a:t> </a:t>
            </a:r>
            <a:r>
              <a:rPr lang="pt-BR" dirty="0" smtClean="0"/>
              <a:t>- </a:t>
            </a:r>
            <a:r>
              <a:rPr lang="pt-BR" dirty="0" smtClean="0">
                <a:hlinkClick r:id="rId5"/>
              </a:rPr>
              <a:t>https</a:t>
            </a:r>
            <a:r>
              <a:rPr lang="pt-BR" dirty="0">
                <a:hlinkClick r:id="rId5"/>
              </a:rPr>
              <a:t>://</a:t>
            </a:r>
            <a:r>
              <a:rPr lang="pt-BR" dirty="0" smtClean="0">
                <a:hlinkClick r:id="rId5"/>
              </a:rPr>
              <a:t>angular.io/guide/pipes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O que são </a:t>
            </a:r>
            <a:r>
              <a:rPr lang="pt-BR" dirty="0" err="1" smtClean="0"/>
              <a:t>Pipes</a:t>
            </a:r>
            <a:r>
              <a:rPr lang="pt-BR" dirty="0"/>
              <a:t> </a:t>
            </a:r>
            <a:r>
              <a:rPr lang="pt-BR" dirty="0" smtClean="0"/>
              <a:t>- </a:t>
            </a:r>
            <a:r>
              <a:rPr lang="pt-BR" dirty="0" smtClean="0">
                <a:hlinkClick r:id="rId6"/>
              </a:rPr>
              <a:t>https</a:t>
            </a:r>
            <a:r>
              <a:rPr lang="pt-BR" dirty="0">
                <a:hlinkClick r:id="rId6"/>
              </a:rPr>
              <a:t>://</a:t>
            </a:r>
            <a:r>
              <a:rPr lang="pt-BR" dirty="0" smtClean="0">
                <a:hlinkClick r:id="rId6"/>
              </a:rPr>
              <a:t>receitasdecodigo.com.br/angular/o-que-sao-pipes-no-angular-6</a:t>
            </a:r>
            <a:endParaRPr lang="pt-BR" dirty="0" smtClean="0"/>
          </a:p>
          <a:p>
            <a:endParaRPr lang="pt-BR" dirty="0"/>
          </a:p>
          <a:p>
            <a:r>
              <a:rPr lang="pt-BR" dirty="0" err="1" smtClean="0"/>
              <a:t>Custom</a:t>
            </a:r>
            <a:r>
              <a:rPr lang="pt-BR" dirty="0" smtClean="0"/>
              <a:t> </a:t>
            </a:r>
            <a:r>
              <a:rPr lang="pt-BR" dirty="0" err="1" smtClean="0"/>
              <a:t>Pipes</a:t>
            </a:r>
            <a:r>
              <a:rPr lang="pt-BR" dirty="0"/>
              <a:t> - </a:t>
            </a:r>
            <a:r>
              <a:rPr lang="pt-BR" dirty="0">
                <a:hlinkClick r:id="rId7"/>
              </a:rPr>
              <a:t>https://</a:t>
            </a:r>
            <a:r>
              <a:rPr lang="pt-BR" dirty="0" smtClean="0">
                <a:hlinkClick r:id="rId7"/>
              </a:rPr>
              <a:t>toddmotto.com/angular-pipes-custom-pipes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61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4087</TotalTime>
  <Words>86</Words>
  <Application>Microsoft Office PowerPoint</Application>
  <PresentationFormat>Apresentação na tela (4:3)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5</vt:i4>
      </vt:variant>
    </vt:vector>
  </HeadingPairs>
  <TitlesOfParts>
    <vt:vector size="15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258</cp:revision>
  <dcterms:created xsi:type="dcterms:W3CDTF">2011-03-17T17:31:18Z</dcterms:created>
  <dcterms:modified xsi:type="dcterms:W3CDTF">2018-09-26T02:28:18Z</dcterms:modified>
</cp:coreProperties>
</file>